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entation.xml" ContentType="application/vnd.openxmlformats-officedocument.presentationml.presentation.main+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47.xml" ContentType="application/vnd.openxmlformats-officedocument.presentationml.slideLayout+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ink/ink9.xml" ContentType="application/inkml+xml"/>
  <Override PartName="/ppt/ink/ink2.xml" ContentType="application/inkml+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ink/ink10.xml" ContentType="application/inkml+xml"/>
  <Override PartName="/ppt/ink/ink11.xml" ContentType="application/inkml+xml"/>
  <Override PartName="/ppt/ink/ink7.xml" ContentType="application/inkml+xml"/>
  <Override PartName="/ppt/ink/ink6.xml" ContentType="application/inkml+xml"/>
  <Override PartName="/ppt/ink/ink8.xml" ContentType="application/inkml+xml"/>
  <Override PartName="/ppt/ink/ink5.xml" ContentType="application/inkml+xml"/>
  <Override PartName="/ppt/ink/ink4.xml" ContentType="application/inkml+xml"/>
  <Override PartName="/ppt/ink/ink3.xml" ContentType="application/inkml+xml"/>
  <Override PartName="/ppt/ink/ink1.xml" ContentType="application/inkml+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handoutMasterIdLst>
    <p:handoutMasterId r:id="rId44"/>
  </p:handoutMasterIdLst>
  <p:sldIdLst>
    <p:sldId id="256" r:id="rId2"/>
    <p:sldId id="257" r:id="rId3"/>
    <p:sldId id="474" r:id="rId4"/>
    <p:sldId id="475" r:id="rId5"/>
    <p:sldId id="476" r:id="rId6"/>
    <p:sldId id="477" r:id="rId7"/>
    <p:sldId id="478" r:id="rId8"/>
    <p:sldId id="452" r:id="rId9"/>
    <p:sldId id="425" r:id="rId10"/>
    <p:sldId id="431" r:id="rId11"/>
    <p:sldId id="449" r:id="rId12"/>
    <p:sldId id="441" r:id="rId13"/>
    <p:sldId id="440" r:id="rId14"/>
    <p:sldId id="439" r:id="rId15"/>
    <p:sldId id="438" r:id="rId16"/>
    <p:sldId id="437" r:id="rId17"/>
    <p:sldId id="436" r:id="rId18"/>
    <p:sldId id="446" r:id="rId19"/>
    <p:sldId id="450" r:id="rId20"/>
    <p:sldId id="443" r:id="rId21"/>
    <p:sldId id="486" r:id="rId22"/>
    <p:sldId id="435" r:id="rId23"/>
    <p:sldId id="460" r:id="rId24"/>
    <p:sldId id="479" r:id="rId25"/>
    <p:sldId id="455" r:id="rId26"/>
    <p:sldId id="462" r:id="rId27"/>
    <p:sldId id="480" r:id="rId28"/>
    <p:sldId id="485" r:id="rId29"/>
    <p:sldId id="481" r:id="rId30"/>
    <p:sldId id="434" r:id="rId31"/>
    <p:sldId id="444" r:id="rId32"/>
    <p:sldId id="451" r:id="rId33"/>
    <p:sldId id="433" r:id="rId34"/>
    <p:sldId id="442" r:id="rId35"/>
    <p:sldId id="463" r:id="rId36"/>
    <p:sldId id="432" r:id="rId37"/>
    <p:sldId id="445" r:id="rId38"/>
    <p:sldId id="457" r:id="rId39"/>
    <p:sldId id="458" r:id="rId40"/>
    <p:sldId id="459" r:id="rId41"/>
    <p:sldId id="487" r:id="rId4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0"/>
    <p:restoredTop sz="94701"/>
  </p:normalViewPr>
  <p:slideViewPr>
    <p:cSldViewPr snapToGrid="0">
      <p:cViewPr varScale="1">
        <p:scale>
          <a:sx n="66" d="100"/>
          <a:sy n="66" d="100"/>
        </p:scale>
        <p:origin x="732" y="32"/>
      </p:cViewPr>
      <p:guideLst/>
    </p:cSldViewPr>
  </p:slideViewPr>
  <p:notesTextViewPr>
    <p:cViewPr>
      <p:scale>
        <a:sx n="1" d="1"/>
        <a:sy n="1" d="1"/>
      </p:scale>
      <p:origin x="0" y="0"/>
    </p:cViewPr>
  </p:notesTextViewPr>
  <p:notesViewPr>
    <p:cSldViewPr snapToGrid="0">
      <p:cViewPr varScale="1">
        <p:scale>
          <a:sx n="157" d="100"/>
          <a:sy n="157" d="100"/>
        </p:scale>
        <p:origin x="6848"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8560D6-6ACC-51D1-F04E-F412F6C8F4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F7193BF-1D15-B78B-A6B5-58402895EE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167720-C6D6-474E-A73A-4958377E2AFD}" type="datetimeFigureOut">
              <a:rPr lang="en-US" smtClean="0"/>
              <a:t>5/2/2026</a:t>
            </a:fld>
            <a:endParaRPr lang="en-US"/>
          </a:p>
        </p:txBody>
      </p:sp>
      <p:sp>
        <p:nvSpPr>
          <p:cNvPr id="4" name="Footer Placeholder 3">
            <a:extLst>
              <a:ext uri="{FF2B5EF4-FFF2-40B4-BE49-F238E27FC236}">
                <a16:creationId xmlns:a16="http://schemas.microsoft.com/office/drawing/2014/main" id="{31285149-A6E1-661D-6189-A604508B77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3D42E44-08C8-3FA4-B7A2-AEB6E071CF4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937B8A-1315-5E44-9D69-8DD7E0CC6715}" type="slidenum">
              <a:rPr lang="en-US" smtClean="0"/>
              <a:t>‹#›</a:t>
            </a:fld>
            <a:endParaRPr lang="en-US"/>
          </a:p>
        </p:txBody>
      </p:sp>
    </p:spTree>
    <p:extLst>
      <p:ext uri="{BB962C8B-B14F-4D97-AF65-F5344CB8AC3E}">
        <p14:creationId xmlns:p14="http://schemas.microsoft.com/office/powerpoint/2010/main" val="106060107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8:46:45.056"/>
    </inkml:context>
    <inkml:brush xml:id="br0">
      <inkml:brushProperty name="width" value="0.05292" units="cm"/>
      <inkml:brushProperty name="height" value="0.05292" units="cm"/>
      <inkml:brushProperty name="color" value="#FF0000"/>
    </inkml:brush>
  </inkml:definitions>
  <inkml:trace contextRef="#ctx0" brushRef="#br0">7779 11607 0,'0'0'0,"0"-36"47,0 1-31,0 0-1,0 0 16,-53 35-15,35 0-16,-17 0 16,-36 35-16,36 0 15,0 53 1,0-35-16,35 35 16,17 89-1,18-142 1,1 0-16,34 36 15,-70-36 1,0 18 0,-53-53-1,0 71-15,1-71 16,-125 35 0,107-35-16,-19 0 15,54-35 16,35-89-15,0 89-16,18 35 16,17-53-1,0 53-15,1 0 0,-1 0 16,35 53 0,-17 18-1,-53-1 1,0-35-1,0 1-15,53 17 16</inkml:trace>
  <inkml:trace contextRef="#ctx0" brushRef="#br0" timeOffset="275.88">8361 11519 0,'0'0'0,"-18"141"62,-35 211-46,18-228-1,35-18 17,0-71-32,0-17 31</inkml:trace>
  <inkml:trace contextRef="#ctx0" brushRef="#br0" timeOffset="801.4">8008 11959 0,'0'0'15,"53"0"17,88 18-17,-35-18 1,0 0-16,0 0 15,-1 0-15,89 0 32,-158 0-32,-36 35 31,-36 36-15,-16-36-16,16 18 0,-17 0 31,53 0-16,18-18 1,53-35 0,-19 0-16,1 0 15,18-35-15,-36 35 16,-35-88-16,35 17 16,-35-17-1,0 53 1,-35 35-16,-35-36 0,-71 36 15,35 53 1,70 18 15,1-36-31,35 1 0,0-1 16,88 0 0,-35-35-16</inkml:trace>
  <inkml:trace contextRef="#ctx0" brushRef="#br0" timeOffset="1555.73">9666 11959 0,'0'0'0,"0"-35"16,-18 35-1,-87 18 1,34 70-1,71-53 1,0 1 0,0 34-1,18-17-15,17-53 16,53 0 0,-35 0-16,35 0 15,-17 0-15,-1-35 16,19-36-1,16-123 1,-105 35 0,0 71-1,0 212 48,0 176-32,0-265-31,0 35 31,36-70 16,17-52-31,-53 16-16,70 1 0,-35-36 15,-52 89 48,17 106-32,0-89-15,0 0-16,35 18 15,0-53-15,1 53 16,-1-53-16,18 35 0,0-35 31</inkml:trace>
  <inkml:trace contextRef="#ctx0" brushRef="#br0" timeOffset="1791.09">10654 12295 0</inkml:trace>
  <inkml:trace contextRef="#ctx0" brushRef="#br0" timeOffset="3836.59">10883 12012 0,'124'0'110,"193"-53"-95,-105-17-15,229-54 16,-212 72-1,-17-1-15,-53 0 16,-36 17-16,-52 36 16,-19-52-16,-16 52 15,-107 52 48,36-16-48</inkml:trace>
  <inkml:trace contextRef="#ctx0" brushRef="#br0" timeOffset="4206.39">11342 12206 0,'17'53'16,"19"-53"-1,17 89-15,0-54 16,17 35-16,107 71 15,-89-52-15,18 17 16,70 17 0,0-35-1,-88-88-15,-35 71 16,18-36 0,-36-35-1</inkml:trace>
  <inkml:trace contextRef="#ctx0" brushRef="#br0" timeOffset="29792.1">18062 11977 0,'0'0'15,"36"0"1,-36 71 0,0-54-1,35 54-15,-35-18 0,0 0 16,0 35-16,0-18 16,-18 1-16,18-36 15,-35 1-15,-36-1 31,36-35-15,35-106 15,71-35-15,-18 53-16,-18 35 16,0 18-16,0 35 15,18 0 1,0 17-1,18 54 1,-36-18 0,-35 17-16,0-52 15,35 35-15,-35 0 16,0-18 0,-17-35-1,-19-53 32,54-88-31,-18 53-16,88 0 15,-35 35-15,-18 17 16,1 36-16,-1-53 16,0 53-16,36 36 15,-36-1 1,-35 18-16,35 0 0,-35 194 47,-17-71-16,17-141-15,35-35-1,0 0-15,36-53 16,52-52-1,-87 52-15,16 0 16,-16-106 0,-36 124-1,0 0 1,-18 352 46,18-158-30,88-124-1,-52-53-15</inkml:trace>
  <inkml:trace contextRef="#ctx0" brushRef="#br0" timeOffset="29970.85">19368 11624 0,'-18'0'16,"36"0"-16,-36 18 47,18 35-32</inkml:trace>
  <inkml:trace contextRef="#ctx0" brushRef="#br0" timeOffset="30704.23">19614 12154 0,'0'0'32,"177"158"-1,-107 72 0,-87-107 0,17-88-31,-36-35 32,36-70-1,71-107-16,-36 89-15,1 35 16,-1 18-16,18 0 16,0 35-1,-18 17 1,-35 72 0,0-1-1,0-35-15,0 17 16,0 18-1,35-88 1,1 0 15,16 0-15,54-123 0,-35-1-1,-36 36 1,-53 212 46,-17 52-30,35-105-17,18-71 1</inkml:trace>
  <inkml:trace contextRef="#ctx0" brushRef="#br0" timeOffset="30903.9">20708 11660 0,'0'0'16,"-18"0"-1,18 17 1,-35 71 0,35-52-16,0 17 15,35-18-15</inkml:trace>
  <inkml:trace contextRef="#ctx0" brushRef="#br0" timeOffset="31592.48">20884 12242 0,'0'17'31,"0"72"-16,-17 34 1,17-70-16,0-18 16,0 53-1,0-105 48,123-177-32,-87 141-31,-1 18 0,35 70 47,-70 71-31,0-71-16,0 0 15,0 0-15,0 1 16,0-1-1,89-106 32,-54 19-31,124-213 0,-124 212-1,0 53-15,0-35 16,-35 52-1,0 1 1,0 53-16,0-18 16,0-1-16,0-16 15,0-1-15,36 18 32,17 0-17,35-53 1,35-35-1</inkml:trace>
  <inkml:trace contextRef="#ctx0" brushRef="#br0" timeOffset="32137.12">21978 12365 0,'0'0'15,"0"-35"1,-88 35 0,35 0-1,0 35 1,18 0-16,-18 54 15,53-54 17,70-35-1,-34 0-31,-1 0 16,36-35-1,-36-1 1,-35 72 31,0 52-32,35-88 1,36 35 0,-1-35-1,-17 0-15,0-18 16,0-17-16,176-159 15,-141-53 1,-88 177 0,0-1-16,0 36 31,-17 35-15,-71 53-1,52 0-15,36 35 16,-70 0-16,70-17 15,-36-1-15,36-17 16,-35 88 0,0-53-1</inkml:trace>
  <inkml:trace contextRef="#ctx0" brushRef="#br0" timeOffset="32636.92">21008 13088 0,'0'-53'16,"0"89"15,0 17-31,0 52 16,-35 54-16,35-18 16,-71-17-16,71-36 15,-70 124 1,70-142-1,0-34 1,0-72 0</inkml:trace>
  <inkml:trace contextRef="#ctx0" brushRef="#br0" timeOffset="33587.33">21061 13247 0,'0'0'0,"141"-35"47,-53 88-31,-88 0-16,0 0 15,0 105 1,-35-52-1,0-106-15,-36 53 16,18-53-16,0 0 0,0 0 16,18 0-1,0 0 1,35-18 0,17 18-16,72-35 15,34-18 1,-70-17-1,0 34-15,17 1 16,-17 0-16,18-18 16,-36 18-16,0-1 15,1-34 17,-54 70-17,-17 0-15,-53 70 16,88-34-16,-36-1 15,36 0 1,0 36-16,18-54 31,35-17-15,-18 0-16,0 0 16,1 0-16,-19 0 15,19 0 1,-72 53 31,1 53-16,35-71 0,0 1 0,53-36-15,-18 0-16,1-18 16,16-52-1,-16 70-15,-36-71 16,70 71-16,-70-53 16,0 88 30,-35 18-30,0 53 0,35-71-1,0 1-15,17-1 32,36-35-17,36 0 1,-54 0-16</inkml:trace>
  <inkml:trace contextRef="#ctx0" brushRef="#br0" timeOffset="34087.11">22260 13600 0,'-35'18'62,"-18"-18"-46,53 52-16,-53 1 16,53-17-16,-53 17 31,106-18-16,35-35 1,18 0 0,-53-18-16,18 18 15,17-70-15,-35 34 16,35-34 0,-88 52-1,-18 18 1,-52 0-1,-36 53 17,106-18-32,-35 1 0,35 52 31,105-88 16</inkml:trace>
  <inkml:trace contextRef="#ctx0" brushRef="#br0" timeOffset="34327.46">22049 13194 0,'0'18'94</inkml:trace>
  <inkml:trace contextRef="#ctx0" brushRef="#br0" timeOffset="41853.71">13406 11377 0,'0'-70'31,"0"35"-31,0-18 15,35 53 1,-35 88 15,-35 141 1,35-158-32,0-1 15,-36-17-15,36 0 16,0-18-16,0 18 15,0-159 32,18 36-31,17-159 0,18 140-1,-53 36-15,53 1 16,0 104 15,-53 19-15,53-18-16,-18 123 15,18-140 1,-53-1-16,35 0 16,-35 0-1,36-35-15,-36 36 16,-18-36 15</inkml:trace>
  <inkml:trace contextRef="#ctx0" brushRef="#br0" timeOffset="42252.96">13388 11677 0,'123'-17'31,"36"-19"-15,-71-34-1,-17 70-15,-36-35 16,36-18 15,-71 17-15,0 1-16,0 0 31,0 70 0,0 36-15,35-36-16,-35 0 16,35 0-16,-35 1 15,36 70 1,-1-106-1,-35 52-15</inkml:trace>
  <inkml:trace contextRef="#ctx0" brushRef="#br0" timeOffset="42437.34">13917 11571 0,'0'0'0,"124"-35"47,34 35-31,-105 0-1,-17 0-15</inkml:trace>
  <inkml:trace contextRef="#ctx0" brushRef="#br0" timeOffset="44004.36">14658 11554 0,'0'0'0,"0"35"31,35 18-15,-35 70-1,0-105 1,53 53-16,0-89 63,0-70-48,-18 53 1,18-1-16,0 1 15,-18 35 17,1 35-17,-36 1-15,35-36 16,0 0 15,-35-18 0,0-35-15,0-35 0,0 17-1,0 36-15,0-18 32,35 18-17,107-1 1,-37-16-1,-34 52 1,-18-36-16,-18 1 16,0 35-1,-35-35-15,-35-1 32,-35 36-17,17 0-15,17 0 16,1 0-16,35 18 0,0 17 15,-35 1-15,35-1 16,17 88 0,19-34-1,-36-19 1,35-17 0,-35-18-1,0-52 32,0-19-31,0 1-1,0 0 17,35 35-17,1 0 1,-1 0-1,0 35 1,0 0 0,1 1-1,-1-36 1,0 0 0,1 0-1,-1 0 1,0-71-1,-35 36 1,0-18 0,-18 53-16,-34 0 47,-1 18-32,53 35 1,0-1-1,0-16-15,17-36 32,19 0-17,-1 0-15,0-18 32,0 18 30,1 18-46,-1-18-1,35 0-15,-17 0 32,0-18-17,-53-17-15,36 35 16,-36-159-1,0 88-15,0 19 16,-18 16 0,18 54 31,0 88-32,0-71-15,18 0 16,34 18-1,-16-17 1,-1-36 0</inkml:trace>
  <inkml:trace contextRef="#ctx0" brushRef="#br0" timeOffset="44220.94">16069 11360 0,'18'-36'47,"70"36"-31,-35 0-1,0 0-15,0 0 0,35 0 16,-53-35-1</inkml:trace>
  <inkml:trace contextRef="#ctx0" brushRef="#br0" timeOffset="44769.4">14199 12524 0,'18'-35'32,"-18"-1"-17,35 36 1,1 53 0,-36 71-1,0-71 1,0-18-16,0 36 15,0-1 1</inkml:trace>
  <inkml:trace contextRef="#ctx0" brushRef="#br0" timeOffset="45636.44">14270 12418 0,'0'0'16,"18"-53"31,123 71-16,-88-18-31,-53 106 15,0-71 1,-71 18 0,36 0-1,-36-53 17,106-53 14,71-53-30,-18-17 0,-52 52-1,-36 36 1,-18 35 15,-17 17-15,0 36-1,35-17 1,70 16 15,-35-52 1,-35 18-32,0 17 31,0 36-16,0-18 1,0-18 0,0 0-16,36-35 47,52-35-32,-53 35 1,0-70-16,-35 34 15,71 1-15,-71-36 16,0 107 62,0 17-62,0-18-16,35 0 31,0-35-15,18 0-16</inkml:trace>
  <inkml:trace contextRef="#ctx0" brushRef="#br0" timeOffset="46088.47">15152 12295 0,'0'0'32,"-18"0"-17,-17 17 1,-18 107 15,53-71-15,0-18-1,71-35 1,-1 0 0,-35 0-1,18-53 1,-17 0-16,-36-35 47,-53 88-16,53 18-31,-36-18 16,36 35-16,18 18 15,53-18 17,-1 0-17,-17-35 1,-18 0-16,18 36 0,-35-36 15</inkml:trace>
  <inkml:trace contextRef="#ctx0" brushRef="#br0" timeOffset="47255.73">15752 12154 0,'0'0'16,"17"105"30,-17-69-30,0 17 0,0-18-1,35-53 48,1-35-48,-36 0 1,35 0-16,0 18 16,1 88 31,-1-35-32,0-18-15,0 0 16,-52-71 62,-19 1-62,36 17-1,0 17 1,18 36 15,53 0-31,-36 0 16,0 0-1,0 0-15,1-35 0,-1 35 16,0-35-16,1 35 16,-36-35-1,0-1 1,-36 1 15,1 35-15,0 18-16,35 105 31,0-52-15,35-1-1,18-17 1,53-18-1,-53-35 1,-18 0 0</inkml:trace>
  <inkml:trace contextRef="#ctx0" brushRef="#br0" timeOffset="48586.75">16810 11607 0,'0'0'0,"0"53"62,0-18-46,0 0-16,0 0 15,53 18 1,-53-17 0,0-1-1,35-35 32,0 0-31,-35-18-16,0-52 31,-17 70-15,17-18-16,0 89 62,0-36-46,0 88-1,0 19 1,-53-90-16,53 19 16,0-18-16,-35 17 15,35-34 17</inkml:trace>
  <inkml:trace contextRef="#ctx0" brushRef="#br0" timeOffset="49686.59">16828 11748 0,'17'-35'15,"-34"70"1,87-70-16,1 35 16,-18 0-1,17 35 17,-70 71-17,0-71-15,0 0 31,-18 0-15,-34-35-16,16 0 16,36-17 31,18-36-32,-18 18-15,53-18 16,-53 0-16,70-18 15,-34 36 1,-19 70 47,-17 1-48,0-1-15,0 0 0,36-35 16,-36 53-16,0-18 15,35-35 1,0 0 15,36-35-15,-18-36 0,-53 19-1,0 16-15,35-969 16,-35 1975-1,0-952 17,0 35-17,0-1 17,35-16-17,0-36 1,18 0-1,-17-18 1,-36-35 0,0 18-16,0 0 15,0-36 1,0 18-16,-18 53 16,18 18 15,0 17-16,0 18 1,18 0 0,35-53-1,-53 35-15,35-35 16,-35 35-16,0 1 31,0-1-15,0 0 31,35-35 0,0 0-47</inkml:trace>
  <inkml:trace contextRef="#ctx0" brushRef="#br0" timeOffset="50442.21">18009 11536 0,'-70'18'63,"70"35"-48,0 0 1,-36-18-16,54 71 31,70-106-15,-52 0-1,-1 0-15,18 0 16,-18-18-16,36-88 31,-1 0-15,-70-52-1,0 69-15,0 37 16,-17-1 0,17-18-1,-36 71-15,36 53 32,0 0-32,0 0 15,0 0-15,0 0 0,18 17 16,-18-17-16,0 0 15,35-18-15,-35 1 16,35-1 0,1-35 31,-36-35-32,35-18 1,0 17-1,1 36-15,-1 0 32,0 18-17,-35 17-15,35-35 16,18 36 0,53-36-1</inkml:trace>
  <inkml:trace contextRef="#ctx0" brushRef="#br0" timeOffset="51186.48">18838 11377 0,'-17'0'32,"34"0"-32,-34-35 15,-19 53 16,1 105-15,35-70 0,0-18-1,18-35 1,17 0 0,0 0-1,1 0 1,-36-17-16,35 17 15,-35-35-15,35 35 16,-35-36 0,0 54 31,0 17-32,35 0-15,1-35 31,17 0-15,-18 0 0,18-17-1,-18-107 1,-35 71 0,0 18-16,53-18 15,-53 36 32,-88 122-16,88-69-31,0-1 16,0 0 0,17 1-16,54 34 15,-36 1 1,-88-71 46,-17-36-46,35 36 0,35-35-1</inkml:trace>
  <inkml:trace contextRef="#ctx0" brushRef="#br0" timeOffset="51954.25">19385 11519 0,'0'0'15,"53"-36"1,18 36-16,-71-35 0,17 35 15,19-53 1,-36 0-16,0 18 31,0 0-15,-36 35 0,1 35-1,35 35-15,0-34 16,0-19-1,0 19-15,18 34 16,35-35 0,-18-35-16,35 0 15,1 0 17,-36 0-32,0-17 0,1 17 15,17-124 1,-53 18-1,0 36 1,0 17 0,-18 53-1,-17 53 1,35 17 0,0 1-1,0-18 1,35-53-1,36 0 1,-19-18 0,-16-70-1,-36 35 1,0-17-16,0 17 16,0-18-16,0 18 15,0-35-15,35 35 16,-35 0-1,0 18-15,0 70 32,0 53-17,0 18 1,0 18 0,0-71-16,0 0 15,0-1-15</inkml:trace>
  <inkml:trace contextRef="#ctx0" brushRef="#br0" timeOffset="56486.09">18556 12947 0,'71'0'31,"140"53"-15,-105-53-1,35 0-15,0 0 16,18 0-16,-18 0 0,0 0 16,0 0-16,1 0 15,157 0 1,-263 0-1</inkml:trace>
  <inkml:trace contextRef="#ctx0" brushRef="#br0" timeOffset="56726.9">19015 13177 0,'0'0'0,"0"17"47,247 36-31,-106-53 0,18 53-16,123-53 15,-141 0 1,-35 0-16,-18 0 15,-35 0-15,-18 0 0</inkml:trace>
  <inkml:trace contextRef="#ctx0" brushRef="#br0" timeOffset="57069.58">19791 13476 0</inkml:trace>
  <inkml:trace contextRef="#ctx0" brushRef="#br0" timeOffset="62602.84">26088 11166 0,'53'0'94,"0"0"-79,176 0 1,-141 0 15,-52 0-15,-1 0-1</inkml:trace>
  <inkml:trace contextRef="#ctx0" brushRef="#br0" timeOffset="62886.18">27040 10742 0,'0'0'0,"0"106"63,-35 124-48,35-160-15,-35 71 16,35-35-1,0-88 1,18 35 0,17-53-16</inkml:trace>
  <inkml:trace contextRef="#ctx0" brushRef="#br0" timeOffset="63253.09">27499 10919 0,'0'0'0,"-18"123"31,-52-17 1,70-71-32,0 36 15,35-36 1,53-35-1,71-17 1,-106-36 0,-53-18-1,-71 36 1,-17-36 0,18 71-1,34 53 1,89-18 15,0-35-15</inkml:trace>
  <inkml:trace contextRef="#ctx0" brushRef="#br0" timeOffset="63796.28">27869 10742 0,'0'0'0,"-35"53"47,35 18-32,0-18 1,18-18 0,35-35-1,0 0 1,-18-18-1,-35-34 1,0-1 0,-18 53-1,-17 0 32,35 17-31,18-17-1,35 0 1,35 0 0,-18-17-1,-34 17-15,-1-36 16,-53 195 31,-52 35-32,34 35 1,36-70 0,0-106-1,0 0-15,0-18 16,36 1-16,-1-36 16,0 0-16</inkml:trace>
  <inkml:trace contextRef="#ctx0" brushRef="#br0" timeOffset="64102.08">28540 11272 0,'0'0'0,"-106"88"32,106-35-17,0-18 1,88-35-1,-70 0 1,17 0 0,-35-53-1,-18 18 17,-35 35-17,18 0 1,-88 17-1,87 19-15,1-36 0</inkml:trace>
  <inkml:trace contextRef="#ctx0" brushRef="#br0" timeOffset="64901.86">26952 12312 0,'124'0'47,"511"0"-16,-424 0-31,19-35 16,17 35-1,0-53-15,-36 53 0,-70 0 16,-17 0-16,-71 0 16,-18 0-1</inkml:trace>
  <inkml:trace contextRef="#ctx0" brushRef="#br0" timeOffset="65251.98">27358 12506 0,'35'0'47,"283"-17"-31,-142 17-16,0 0 15,283 0 1,300-141-1,-548 141 1,-17-53-16,-88 53 16,-53 0-16</inkml:trace>
  <inkml:trace contextRef="#ctx0" brushRef="#br0" timeOffset="86817.86">29669 8132 0,'0'0'0,"-36"0"47,-34 0-31,35 0-16,-1 0 15,1 0-15,0 35 16,-1-35-16,1 0 16,0 0-1,35 53 48,0 88-32,0-106-31,-35 1 31,87-54 32,72-35-48,-18 53 1,-36 35 0,-70 18-16,0 18 15,0-1 1,-70 1-1,-107 0 1,107-71 0,-1 0-1,18 0 1,53-18 0,0-35-1</inkml:trace>
  <inkml:trace contextRef="#ctx0" brushRef="#br0" timeOffset="87535.32">30004 8344 0,'0'0'16,"-18"141"31,-17-36-32,35-34 1,70 17 15,1-88-31,-1 0 31,-34-53-15,-36 0 0,0 18-16,-18-71 15,-52 36 1,17 34 0,53 1 15,35 0-16,35 35 1,36 0 0,-70 0-1,17 18 17,-53 87-32,0-34 31,0-36-31,0 36 15,0-1 1,35-17 0,0-53-1,53 35 1,-17-35-16,-18-35 16,-18-88-1,-35 35 1,-35 52-1,-53-17 1,17 53 0,36 36-1,35-1 1</inkml:trace>
  <inkml:trace contextRef="#ctx0" brushRef="#br0" timeOffset="88484.56">31044 8396 0,'0'0'0,"-17"0"47,17 18-32,-53-18-15,53 124 16,-35-54 0,35-17-1,0 18 17,70-71-32,-17 0 31,0 0-16,-18-71 1,-35 36-16,0-1 16,-35-69-1,-18 52 1,53 17 15,18 1-15,35 35-1,52 0 1,-34 0 0,-36 0-1,1 35 1,-36 36 0,0 0-1,0-36-15,52 18 31,-16 53-15,-1-71 15,-17-35-15,-18-53-16,53 18 16,-53-1-16,35-34 15,0-1 1,0 18-1,1 53 17,-1 0-17,-35 53 1,35 18 0,36-18 15,35-18-16,-53-35 1,17 0 0,18-159-1,-88 36 1,0 17 0,-53 71-1,-88 35 1,-35 106-1,88-18-15,-53 18 16</inkml:trace>
  <inkml:trace contextRef="#ctx0" brushRef="#br0" timeOffset="89417.42">30409 9596 0,'-88'0'31,"35"0"-31,-141 0 47,124 0-16,70 18 16,0 34-32,0 19 1,-36 0 0,1-19-1,0-16 1,35-54 31,53-17-32,0 35-15,17 0 16,1 0 0,-36 0-1,0 106 17,-35-53-32,0-18 15,-70-35 16,-54 0-15,36 0 0,35 0-1,53-18 1</inkml:trace>
  <inkml:trace contextRef="#ctx0" brushRef="#br0" timeOffset="90350.87">30603 9808 0,'0'0'16,"0"35"0,-35 0-1,-18 36 16,53-18-15,0-18 0,18-35-1,52 0 1,19 0 0,-19-53-1,-70-18 1,0-17-1,-88 35 1,35 18 0,194 0 46,-35 35-46,-18 17-1,-52 19 1,34-1 0,-70 71-1,0-89 1,0 19 0,53 17 15,18-53-16,-19-36 1,-52-17 0,53 18-1,-53 0-15,0 0 16,53-1-16,-17 1 31,-1 35 0,18 0-15,-18 0-16,0 0 16,1 0-16,17 35 15,-53 36 1,0-1 0,35-34-1,53-36 1,88 0-1,1-89 1,-89-87 15,-35 106-31,-88-19 16,-71 54 0,-159 35 15,89 53-31,-283 176 15,177-105-15</inkml:trace>
  <inkml:trace contextRef="#ctx0" brushRef="#br0" timeOffset="90900.29">28981 10354 0,'0'0'0,"88"0"32,247-53-17,229 53 1,724 0 15,-282 0-15,-248 0-1,-370 0 1,-335 0 0,-88 36-1,-212-36 1</inkml:trace>
  <inkml:trace contextRef="#ctx0" brushRef="#br0" timeOffset="91884.46">32614 9631 0,'-35'-1005'16,"-18"2098"15,18-1022-15,0-1-1,35-17 1,17-17-1,71-36 1,71 0 0,-18-71-1,-105 36-15,-1-89 16,-35 19 15,-88 34-15,-89 18-1,107 53-15,-107 88 16,-123 159 0,177-141-16</inkml:trace>
  <inkml:trace contextRef="#ctx0" brushRef="#br0" timeOffset="93084.49">29757 10548 0,'0'71'31,"-35"70"-16,-1-35 1,36-36 0,18-34-1,88-36 1,-36 0 0,-34-53-1,16-18 1,-16 1-1,-36 211 48,0 70-32,0-140-31,0-18 16,-18-18-16</inkml:trace>
  <inkml:trace contextRef="#ctx0" brushRef="#br0" timeOffset="93267.71">30198 11254 0,'0'18'31,"0"-1"-15,-18 36 0</inkml:trace>
  <inkml:trace contextRef="#ctx0" brushRef="#br0" timeOffset="93517.51">30533 10813 0,'0'0'0,"0"159"62,88 17-46,-53-176-1,-35 35 1,-141-35 0,35 0-1</inkml:trace>
  <inkml:trace contextRef="#ctx0" brushRef="#br0" timeOffset="93901.14">30462 10672 0,'71'0'31,"-142"0"-31,195 0 0,-89 35 16,18 36-1,-53-36-15,35 0 16,-35 36-1,36-18 1,17-18 0,52-35-1,19-35 1,-89-89 0,-35 36 15,-18 53-16,-70-1 1,-35 72 0,17 123-1,53-18 1</inkml:trace>
  <inkml:trace contextRef="#ctx0" brushRef="#br0" timeOffset="94117.6">31362 11201 0,'0'0'0,"0"18"47,-18 17-31,18 18-1,-35 0 1,35-18 0</inkml:trace>
  <inkml:trace contextRef="#ctx0" brushRef="#br0" timeOffset="94917.33">31750 10884 0,'0'-36'31,"-35"89"-15,-18 18 0,53-36-1,0 0-15,0 53 31,17-88-15,89 36 0,-53-36-1,-18-71 1,-35 1 0,0-1-1,36 71-15,-36-53 16,0 18-1,35 35 17,36 18-17,-36 34 1,0 19 0,0-36 15,1-35-16,-1 0 17,-35-35-17,35-53 1,18 17 0,18 36-1,-18 0 1,-18 35-1,0 35 1,-35 18 0,53 17-1,0-70-15,53 36 16,-36-36 15,-34-36-31,-1-69 31,-35-1-15,-71 70 0,1 1-1,-71 88 1,-71 53-16</inkml:trace>
  <inkml:trace contextRef="#ctx0" brushRef="#br0" timeOffset="95600.85">30533 11713 0,'0'52'31,"18"-16"-15,-18-1-16,35 36 16,-35-36-1,35-35-15,0 0 32,18 0-17,18-18-15,-36-52 16,-35 34-1,35 36 17,-35 106-17,0-35 1,0-1-16,0 54 16,0-89-1,0 18 1,36-53-1</inkml:trace>
  <inkml:trace contextRef="#ctx0" brushRef="#br0" timeOffset="95894.66">31291 11765 0,'0'0'16,"-35"36"31,35 70-32,35-1 1,18 19 15,-53-89-31,36 0 0,-36 18 16,-89-53 31,-16 0-32,69 0-15,36-35 0</inkml:trace>
  <inkml:trace contextRef="#ctx0" brushRef="#br0" timeOffset="96101.08">31397 11748 0,'0'0'0,"71"0"31,-36 0 0,-17 0-31,-18 17 31</inkml:trace>
  <inkml:trace contextRef="#ctx0" brushRef="#br0" timeOffset="98351.16">30850 11501 0,'36'0'32,"-72"0"-32,-16 0 62,-1 0-46,-18 0-1,36 18 1,17-18 0,18 35-16,-53 53 31,18-35-16,35 0 1,0-18 0,35 18-1,0-53-15,89 35 16,-53 1 0,-36-1-1,-35 53 1,0-53-16,0 36 15,-18-18 1,-52-18 0,-19-35-1,36 0 1,1 0-16,16 0 16,1 0-16,-18 0 31,53-35-16,0 0-15</inkml:trace>
  <inkml:trace contextRef="#ctx0" brushRef="#br0" timeOffset="98567.59">30886 11571 0,'0'0'15,"88"-17"1,-18 17-16,-34 0 16,52 0-1,-53 0 1,18 35 0,-18-35-1</inkml:trace>
  <inkml:trace contextRef="#ctx0" brushRef="#br0" timeOffset="99713.93">31538 11801 0,'-70'106'62,"-1"105"-31,71-175-31,0-19 16,0 18 0,18-35-1,35 0 1,0-17 0,-18 17-16,0-88 15,-35 35 1,0 0-16,0-71 15,0 54 1,-17 70 0,17-18-16,-18 18 15,89 0 48,-36 0-48,18 0-15,0 0 0,70 0 32,-88 0-17,-35 71 32,0-18-31,0-1-16,0-16 31,36-1-15,-1-35-1,0 0-15,1 0 16,-1 0-16,-35-18 16,35 18-16,-35-35 0,0-18 31,-88-17-16,53 17 1,35 17 0,0 1-1,35 0 1,0 35-16,53-53 16,53 53-1,-88 0 1,-17 0-16,-1 0 0,18 53 31,-18 35-15,-35-35-1,35-18 1,1-35 0,87 0-1,-70 0 16,0-35-31,-53 0 0,53-53 32,-53-1-17,0 54-15,0 17 0,-35-34 16,-107 16 0,-16 36-1,-19 88 1,72-17-16,-19 0 15</inkml:trace>
  <inkml:trace contextRef="#ctx0" brushRef="#br0" timeOffset="101984.13">27217 11924 0,'-88'0'31,"35"35"-15,53 18-1,-36 0-15,36-17 32,18-36 14,88-18-30,-71-17 0,-35-1-1,35 36-15,-35 18 63,36 17-48,-36 1-15,35-36 16,18 0 0,35 0-1,-35 0 1,-18-18 0,1-141 15,-36 71-16,35 53 1,-35 88 31,53 52-31,-53-52-16,35 18 15,-35-18-15,53-18 16,18 0-1</inkml:trace>
  <inkml:trace contextRef="#ctx0" brushRef="#br0" timeOffset="102183.62">27764 11889 0,'17'-35'16,"54"35"-1,52 0 1,54-53 0,-124 53-16,0 0 15</inkml:trace>
  <inkml:trace contextRef="#ctx0" brushRef="#br0" timeOffset="102406.55">28469 11854 0,'0'141'32,"0"-88"-17,0 176 16,0-176-31,0 17 0,0-17 16,0 0-16,53 0 16,-53-18-1,0 1 1</inkml:trace>
  <inkml:trace contextRef="#ctx0" brushRef="#br0" timeOffset="103199.71">28557 11907 0,'36'0'15,"34"17"16,-17 36-31,-53-18 16,35 1 0,-35 17-1,0-18-15,-17-35 16,-36 35 0,18-35-1,35-35 1,17-18-1,-17 18 1,71-18-16,17 0 16,-35 53-1,-53-35 1,35 35-16,-35 17 47,35 36-32,-35-18 1,36 1 0,-1-36-16,18 0 31,0-18-15,17-53-16,-70 36 15,36 0-15,-36 0 16,0-36-1,0 89 48,0 70-32,35-35-31,0-18 31,0 0-15,-35 1 15</inkml:trace>
  <inkml:trace contextRef="#ctx0" brushRef="#br0" timeOffset="103434.1">29563 11818 0,'-18'18'31,"-17"-18"-15,35 53-16,0 0 31,0 0-15,0-18-16,18-35 0,17 0 16,18 0-1</inkml:trace>
  <inkml:trace contextRef="#ctx0" brushRef="#br0" timeOffset="106550.88">30357 12753 0,'0'0'0,"335"-53"15,-53 53-15,71-53 16,740-17-1,-740 70 1,-71-53-16,195 53 16,-301-53-1,-35 53-15</inkml:trace>
  <inkml:trace contextRef="#ctx0" brushRef="#br0" timeOffset="110716.85">30251 13706 0,'0'0'15,"53"35"1,35-35-16,35 0 16,212 53-1,-123-53-15,17 53 16,-17-53-16,317 0 16,-35-71-1,18-70 1,-107 18-1</inkml:trace>
  <inkml:trace contextRef="#ctx0" brushRef="#br0" timeOffset="111883.98">30392 13124 0</inkml:trace>
  <inkml:trace contextRef="#ctx0" brushRef="#br0" timeOffset="112486.87">30868 13035 0,'0'0'0,"-35"-35"47,-159 35-31,106 0-1,-71 35-15,18-35 16,-18 89-1,0-36-15,36-18 0,-1 35 16,1 36-16,-1 0 16,36-35-16,18-18 15,34 70 1,36-70-16,88 70 16,283 1-1,229-54 1,-142 19-16,124-89 15,-35 70 1,-35-70-16,-107-35 0,-52-53 16,-35-36-16,17 1 15,-300 17-15,-35-18 16,0 54-16,0 17 16,0 18-16,-300-159 46,-247 0-30,195 105-16,-1 19 16,0 70-16,0-88 0,0 88 15,1 0 1,34 0-16,-282 53 16,354 0-16,16 52 15,36 1-15,0 35 16,-88 124-1,194-142-15,17-34 16,36-19-16</inkml:trace>
  <inkml:trace contextRef="#ctx0" brushRef="#br0" timeOffset="116149.93">28804 14341 0</inkml:trace>
  <inkml:trace contextRef="#ctx0" brushRef="#br0" timeOffset="129832.48">9772 13794 0,'0'0'16,"0"-18"0,123 18 31,230 0-32,-71 0-15,71 0 16,35 0-16,0-53 15,0 53-15,-35-88 16,-106 88-16,-18-53 16,-87 53-16,-90 0 15,-16 0 1,-107 0 0,-193 18-1,87-18 1</inkml:trace>
  <inkml:trace contextRef="#ctx0" brushRef="#br0" timeOffset="130148.72">10072 14447 0,'0'0'16,"229"0"31,512-36-31,-424 36-1,1-53-15,264 0 31,-370 53-31,70-52 16,-194 52 0</inkml:trace>
  <inkml:trace contextRef="#ctx0" brushRef="#br0" timeOffset="132096.99">8572 16951 0,'0'0'32,"36"0"202,52-70 1000</inkml:trace>
  <inkml:trace contextRef="#ctx0" brushRef="#br0" timeOffset="161557.22">19703 15470 0,'0'-18'16,"158"18"62,971 0-47,-811 0-31,-71 0 16,-36 0-16,-34 0 16,-18 0-1,-124 0-15,0 0 16,-53 0 93</inkml:trace>
  <inkml:trace contextRef="#ctx0" brushRef="#br0" timeOffset="163214.17">25153 15346 0,'-35'0'31,"194"0"32,17 0-48,318 0 1,-247 0-16,-36 0 16,-52 0-16,-53 0 15,0 0-15,0 0 16,-18 0-16,-53 0 16,0 0-16,18 0 15,-17 0 16,-54 0 48,-17 0-48</inkml:trace>
  <inkml:trace contextRef="#ctx0" brushRef="#br0" timeOffset="166097.23">11236 16440 0,'0'0'0,"18"0"31,70 0-15,0 0 0,-17 35-16,158-35 15,-123 0-15,52 0 16,36-71-1,0-70 17,-141 88-32,18-17 15,-71-1-15,35-17 16,-158-265 0,-107 89-1,-34-1 1,17 142-1,-159 35 1,106-1 0,1 89-1,-72 124 1,-70 70 0,282-53-16,-176 124 15,71-1 1,34-17-1,89 0 17,141-124-32,88 142 15,18-106-15,53-36 16,35-35-16,18 1 16,193-36-1,-193 0-15,70-53 16,441-177-1,-458 54 1,-36 17-16,-35-35 16,-35 0-16,-53 17 0,-35 1 15,34-89 1,-105 177 0,0-1-1,-17 36 1,-19 0-1</inkml:trace>
  <inkml:trace contextRef="#ctx0" brushRef="#br0" timeOffset="-7861.08">6844 7038 0,'0'36'31,"35"-36"-15,0 35-16,54-35 16,-1 0-16,282 0 15,-158 0 1,0-35-16,-1 35 15,-34 0 1,-1 0-16,0 0 0,18 0 16,-52 0-16,-72 0 15,-35 0-15,1 0 16,34 17 78,71-17-79</inkml:trace>
  <inkml:trace contextRef="#ctx0" brushRef="#br0" timeOffset="-6761.52">25753 5768 0,'-71'0'15,"36"0"1,70 53 15,177 18-15,617 17 15,-547-35-15,0-53-16,177 53 15,-283-53-15,-35 0 16,1 0 0,-107 0-1,-88 0 63,18 0-78</inkml:trace>
  <inkml:trace contextRef="#ctx0" brushRef="#br0" timeOffset="-2773.82">24430 15664 0,'18'-18'62,"123"-17"-31,-71 35-15,195 0 0,-36 0-1,-17 0 1,-124 0 0,-18 0-16,19 0 31,-36 0-16,-18 0 95</inkml:trace>
  <inkml:trace contextRef="#ctx0" brushRef="#br0" timeOffset="-2348.86">25770 15734 0,'0'0'0,"0"-17"47,36 17-31,-89 0 202</inkml:trace>
  <inkml:trace contextRef="#ctx0" brushRef="#br0" timeOffset="-1403.06">21890 15769 0,'0'0'0,"-124"0"15,54 0 1,35 0 15,123 0 63,53-17-78,123-54-1,36-17 1,-194 88-1,-18-35-15,36 35 16,-89 0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8:54:46.772"/>
    </inkml:context>
    <inkml:brush xml:id="br0">
      <inkml:brushProperty name="width" value="0.05292" units="cm"/>
      <inkml:brushProperty name="height" value="0.05292" units="cm"/>
      <inkml:brushProperty name="color" value="#FF0000"/>
    </inkml:brush>
  </inkml:definitions>
  <inkml:trace contextRef="#ctx0" brushRef="#br0">19509 2029 0,'0'0'16,"0"-35"-1,35 35-15,-35-18 16,0 124 31,0-18-31,-35 0-16,-18 0 15,-124 177 1,107-212-1,17 0-15,18-18 16,-36 18 0,71-88 31,53-1-16,17 36 0,-17 36-31,18 52 16,0-18-1,-36-70-15,0 53 16,53-53 0,-17 0-1,-36-35 1,-35-88-1,0-36 1,0 71-16,0-71 16,-141-264-1,70 334 1,36 54 0,-18 35-1,-35 71 16,88 17-31,0 35 32,18-17-17,70 18 1,-53-89-16,36 53 16,-1-53-1,54-35 1,17 0-1,-35-106 1,-71 1 0,0 34-1,-35 18 1,-35 53 0,-36-35-1,36 53 1,35 17-1,0 0 1,-35 36 0,35 34-1,17-52 1,36-17 0,53-36-1,-18 0 1,-52-18-16,52-53 15,-18-87 1,-70 87-16,53-35 16,-53 18-16,0 18 15,0-36 1,-17 88 0,-19 71 15,36 71 0,0-36-31,0 70 16,0-34-1,0-54-15,18-34 16,-18 34 0,35-70-1,-35-53 16,36-17-15,-1 35-16,-35-1 16,70 1-1,-17 35 1,18 35 0,-36-35-1,-35 53-15,36 35 16,-36-35 15,-18-17-15,-70-1-1,35-35 1,-18 0 0,36 0-1,35-18 1</inkml:trace>
  <inkml:trace contextRef="#ctx0" brushRef="#br0" timeOffset="470.41">20884 2205 0,'0'0'0,"0"53"47,36 18-31,-36 34-1,0-34 1,35 0 0,0-36-1,1-35-15,122-71 31,-105-52-15,-53-54 0,0-122-1,0 210 1,0 231 46,-17 210-30,17-299-32,0 18 15,0-36-15,17 0 16,18 1 0,18-36-1</inkml:trace>
  <inkml:trace contextRef="#ctx0" brushRef="#br0" timeOffset="666.59">21220 2205 0,'0'0'0,"0"-35"47,282 0-16,-194-1-15</inkml:trace>
  <inkml:trace contextRef="#ctx0" brushRef="#br0" timeOffset="882.34">20814 1799 0,'-35'-35'16,"52"35"31,36 71-32</inkml:trace>
  <inkml:trace contextRef="#ctx0" brushRef="#br0" timeOffset="2882.85">21678 3105 0,'0'0'16,"0"-71"-1,-106 71 1,53 0-1,-35 71 1,18 70 0,17-53-16,17 106 15,36-35 1,18-36 0,88-17-1,17-106 1,36-70 15,35-72-15,-88 37-1,-106 34-15,35 1 16,-70-72 0,-35 142-1,34 0 1,1 0-1,35 106 1,35-35 0,36-36-1,-36 0 1,-35 1 0,0-1-1,0 53 16,-53-17-31,18 35 32,35-54-17,0-16 1,106-36 0,-36 0-1,-17 0-15,0-36 16,88-122-1,-106 52 1,-35 18 0,0 52-1,-70 36 1,35 0 0,-1 71-1,36 52 1,0-34 15,0-54-31,0 18 16,18-53-1,70 35 1,71-53 0,-106 18-1,123-105 1,-88 52-1,-35-18 1,-35 71-16,-18-53 16,0 18-1,0 0 1,-18-1 0,-105 36-1,88 0 1,-18 53-1,0 18 17,53 17-17,0-53 1,0 1-16,17-36 16,89 0-1,-70-18-15,-1-17 16,53-89-1,18-105 1,-106 17 0,0 142-1,0 52 1,0 89 15,0 87-15,53-17-1,-18 1 17,18-107-17,-18 0 1,1-35 0,-1-70-1,-35 34-15,0-17 16,0-88-1,0 106 1,0 53 15,0 70-15,0-18 0,53 1-1,17-71 1,18 0 15,-35 0-31,53-106 16,-18 0-1,-88 36-15,53-54 16,-53-87 0,0 122-16,0 1 15,0 229 32,0-53-31,0-17-16,0 35 15,53-18 1,-53-35 0</inkml:trace>
  <inkml:trace contextRef="#ctx0" brushRef="#br0" timeOffset="3066.64">23036 2787 0,'0'0'0,"0"-17"15,18 17 17,70 0-17,0 0 1</inkml:trace>
  <inkml:trace contextRef="#ctx0" brushRef="#br0" timeOffset="3265.82">23583 2964 0,'0'0'0,"35"0"15,1-18 1,-1 18 0,53 0-1,53-35 1,-70 35-16,17 0 0,-35 0 15,0 0 1,-18 0-16</inkml:trace>
  <inkml:trace contextRef="#ctx0" brushRef="#br0" timeOffset="3480.47">24536 3175 0,'-18'0'78</inkml:trace>
  <inkml:trace contextRef="#ctx0" brushRef="#br0" timeOffset="14015.9">22313 2135 0,'0'-36'31,"0"54"-15,0 53 0,0-19-1,0-16 1,35-36 0,54-18 15,69-70 0,-34 17-31,123-87 16,0 16-1,-53 54 1,-71 35 0,-87 53-16,16 0 15,-16 0 16,-36 18-15</inkml:trace>
  <inkml:trace contextRef="#ctx0" brushRef="#br0" timeOffset="15166.22">24994 3334 0,'0'0'31,"0"88"0,0-17-31,0 35 16,0-36 0,0-35-16,0 1 15,230-72 48,158-193-32,-265 159-31,142-54 16,-212 89-1,-36 35 1,-52 0 31,0 0-47</inkml:trace>
  <inkml:trace contextRef="#ctx0" brushRef="#br0" timeOffset="25731.78">11589 11466 0,'17'-71'63,"-122"336"15,-1 17-47,106-247-15,-36 0-1,54-105 32,53-124-31,-18 35-16,17 0 15,89-123 1,-124 229-16,-35 18 16,35 35-16,18 88 47,0 141-32,-53-140 1,0-19-1,0 212 1,0-229 0,0-17-1,-17-54 32</inkml:trace>
  <inkml:trace contextRef="#ctx0" brushRef="#br0" timeOffset="26647.82">11518 11748 0,'141'-35'62,"212"-36"-31,-229-17-31,-36 88 16,18-71-16,-18 71 16,-35-35-16,-18 35 15,-70 0 32,-36 18-31,36 35-1,35-1 1,0 1 0,17 0-1,36 18 1,-17 35 15,-36-71-31,-18 0 31,-53-35-15,1 35 0,17-35-16,18 0 31,70 0 16,88-88-32,-52 53 1,-18-36-16,88-70 16,-88 71-1,18 17-15,-36 18 0,0-18 16,-123 123 46,35 1-46,53-36-16,0 0 16,0 1-16,18-1 15,17 0-15,0 0 16,0-35-16,18 53 15,-53 18 1,36-36 0,-89 0-1,17-35-15,-69 36 16,34-36-16,53 0 16,-52 0-1,70-36 16</inkml:trace>
  <inkml:trace contextRef="#ctx0" brushRef="#br0" timeOffset="27279.48">13176 11801 0,'106'-88'31,"-212"176"-31,247-212 16,-105 71-1,-36-35 1,0 53 0,0 0-1,-36 35 16,-17 35 1,1 71-17,16-36 1,36-34-16,0-1 0,0 0 16,0-17-16,18-18 15,-18 70-15,88-70 16,-53 0-16,18 0 15,53 0 1,-18-35 0,53-36-16,-70 1 15,0-18-15,-71 0 16,70-18-16,-70 17 16,0 19-16,0 17 0,0 18 15,0 88 48,-35 123-48,35-105-15,0 17 16,17 71 0,-17-124-16,71 18 15,-36-18-15,1-35 16,-1 35-16,0-35 15,0 0-15,36 0 16,-71-35 0</inkml:trace>
  <inkml:trace contextRef="#ctx0" brushRef="#br0" timeOffset="27566.01">13917 11395 0,'212'18'78,"-124"-18"-62,18 0 0,-53 0-16,-18 0 15,0 0-15,1 0 16</inkml:trace>
  <inkml:trace contextRef="#ctx0" brushRef="#br0" timeOffset="28081.7">15593 11677 0,'35'0'63,"18"0"-48,0 0-15,0 0 16,17-17-16,36 17 16,-71 0-16,1 0 31</inkml:trace>
  <inkml:trace contextRef="#ctx0" brushRef="#br0" timeOffset="28330.5">15505 12030 0,'141'0'62,"-88"0"-46,35 0-16,18 0 15,88 0 1,-159 0 0</inkml:trace>
  <inkml:trace contextRef="#ctx0" brushRef="#br0" timeOffset="30714.92">17462 11272 0,'0'-36'78,"-35"1"-63,-18 35 1,18 0 0,35-35-1,-35 35-15,-18 0 16,18 35-16,-18 0 16,-36 53-1,37-17 1,52-36-16,0 1 15,0 52 1,35-88 0,0 70-16,71-70 15,0 0 1,-71 0 0,0 0-1,-158-35 16,-18 35-15,105 18 0,1-18-1,35 70-15,-53-70 0,53 71 16,0-36-16,-35 0 16,35 36-1,53-18 1,-18-53-16,106 53 15,36-53 1,-19 0 0,19-53-1,-124-35-15,-18 52 16,18-34 0,-88-36-1,-18 106 1,-18-35-1,18 52 1,18 54 0,0 70 15,52-88-15,72-53-1,-54 0-15,0 0 16,0 0-16,1 0 0,17-18 31,-53-35-15,35 53-16,-35-35 15,0 53 17,0 70-17,0-18 1,-35 19-16,35-1 0,0 159 47,0-212-32</inkml:trace>
  <inkml:trace contextRef="#ctx0" brushRef="#br0" timeOffset="31414.18">18045 11642 0,'0'0'16,"0"71"31,0 87-32,0-87 1,0-36-16,35 18 31,-35 18-31,106-71 32,-36 0-17,-34-53-15,-1 17 16,35-122-1,-70 122 1,0 19 0,0 140 46,0-70-46,53-18-1,35-35 1,-17 0 15,0-17-15,-19-71 0,-52-1-16,0 19 15,0-18-15,0 35 16,0 17-16,0 1 15,0 141 32,0 17-31,36-17 0,-36-35-1,35-71 1,-35 53-16,35-18 15,1-35 1,-1-18 0</inkml:trace>
  <inkml:trace contextRef="#ctx0" brushRef="#br0" timeOffset="31714.62">19156 11148 0,'0'0'47,"0"18"-32,0 123-15,0-35 16,0 17-16,0 89 15,0-124 1,0-17-16,-35 17 31,35-18-15,0-52 0,-18-18-16</inkml:trace>
  <inkml:trace contextRef="#ctx0" brushRef="#br0" timeOffset="32398.8">18874 11730 0,'0'0'16,"17"0"-16,-17-35 15,53 35-15,0 0 16,229-53-1,-211 53 1,-18 0-16,0 0 31,-53 18-15,0 17 0,0 18-16,0-18 15,0 0-15,0 1 16,0-1-1,0 0-15,35-35 16,0 0 0,71-35-1,-53-18 1,0-18 0,-53 36-16,0 0 15,35 17 16,-88 89 1,18 17-17,-88 124 1,87-89-16,-34 36 16,70 0-1,0-1 1,53 1-1,-18-88-15,-35-36 16,-35-35 0,-106-35-1,70-1 1,36 1-16,-1-18 0,36-17 16,-35-54-1,35 89 1,53 0-16,106-54 15,70 1 1</inkml:trace>
  <inkml:trace contextRef="#ctx0" brushRef="#br0" timeOffset="33430.71">20690 11377 0,'0'-35'31,"0"70"-31,-70-70 15,35 35 1,-1 35-16,1 18 16,-88 159 15,123-106-15,17 70-1,-17-141 1,124 1-16,-54 34 15,54-70 1,-36 0-16,0-35 16,88-106-1,-176 106 1,0-71 0,0 88-1,-35 18 1,0 0-16,0 0 0,-89 106 47,124-35-32,0-36-15,18 18 32,17-18-17,18-35 1,0-18-1,-53-35-15,35 53 16,-35-35 0,53 141 46,-18-88-31,18 35-31,-17-53 0,-1 0 16,0 0-16,0-53 16,-35 17-16,53 1 15,-53-18-15,0-123 16,0 52 0,53-17-1,-53 124-15,0-19 31,-35 125 1,35 105-17,0-89 1,-53 54-16,53 53 16,0 52-1,0-211 1,0-17-16,0-1 15,-35 0 1,35-70 15</inkml:trace>
  <inkml:trace contextRef="#ctx0" brushRef="#br0" timeOffset="33716.1">21378 11907 0,'0'0'0,"0"-36"16,36 36-16,-1 0 31,18 0-15,0 36-1,-53-1-15,53 0 16,-53 0-16,0 1 15,0-19-15,-36 54 16,-17-36 0,18-35-1,0 0-15,0 0 0,-18 0 32</inkml:trace>
  <inkml:trace contextRef="#ctx0" brushRef="#br0" timeOffset="33963.99">21837 11748 0,'0'0'16,"0"17"15,0 54-16,0-36 1,0 1 0,0-1-16,0 0 0,0 18 31,0-18-15,35-35-16</inkml:trace>
  <inkml:trace contextRef="#ctx0" brushRef="#br0" timeOffset="34218.74">22207 11519 0,'0'0'0,"0"-36"16,0 160 30,0 52-14,0-52-17,0-19 1,0-69-16,0-19 16</inkml:trace>
  <inkml:trace contextRef="#ctx0" brushRef="#br0" timeOffset="35014.71">22066 11730 0,'0'0'0,"88"0"62,142 35-30,-177-35-32,0 0 15,-18 0-15,0 0 16,0 0 0,-88 0 30,-35 36-30,35 34 0,18 1-1,35-18 1,0-18 0,18-35-1,52 0 1,-34-35-16,16-1 15,-16 1-15,17-35 32,-53 87 15,35 19-32,-35-1-15,53 35 16,17-34-1,-34-36-15,-1 0 16,18 0 0,35-53-1,-35 0-15,18-35 16,-36-1-16,-35-16 16,88-213-1,-88 248 1,-35 17-16,-18 53 47,18 88-32,-36 88 1,18-17 0,53-71-16,0-17 15,0 17-15,35-35 16,-35-18-16,53 0 0,-17-35 15,52 0 1</inkml:trace>
  <inkml:trace contextRef="#ctx0" brushRef="#br0" timeOffset="35267.18">23812 11695 0,'142'0'47,"-54"-35"-31,0 35 0,-17 0-16,17 0 0,-18 0 15,19 0-15,-37-36 16,-16 36-1,-1-35-15</inkml:trace>
  <inkml:trace contextRef="#ctx0" brushRef="#br0" timeOffset="35485.25">24324 11377 0,'-35'0'31,"-1"89"-15,36-36 0,0-18-16,0 18 15,0 0 1,0-18-16,0 18 0,0 17 16,0 1-1,0-53 1,0 17-16</inkml:trace>
  <inkml:trace contextRef="#ctx0" brushRef="#br0" timeOffset="38664.94">25100 11148 0,'0'35'62,"-70"212"-31,34 53 1,36-53-1,0-212-31,-35-35 0,35 18 31,-35-53 0,35-18-15,-36 53-16,36-53 16,0 18-1,18 35 1,35 17 0,-18-17-1,18 71-15,35-18 16,-52-53-1,34 35-15,1-35 32,-1 0-17,-34-18 1,-1-35-16,-35 18 0,0-35 16,0-36-1,0 53-15,0 18 16,-18 35-16,18-36 31,0 142 16,18 35-16,17-141-31,0 53 16,1-53-1,17 0 1</inkml:trace>
  <inkml:trace contextRef="#ctx0" brushRef="#br0" timeOffset="38864.74">25365 11395 0,'0'0'16,"0"-35"0,53 141 46,-53-1-62</inkml:trace>
  <inkml:trace contextRef="#ctx0" brushRef="#br0" timeOffset="39963.91">26106 11783 0,'-106'-88'31,"70"88"-31,178 88 0,-319-176 16,142 158 15,35-17-15,35 18 0,0-71-1,-35 35 1,53-35-16,0 0 15,0-53 1,-53 71 78,35 0-79,18 34-15,53-52 32,-35-88-17,-1 53 1,-70 0-16,0-18 0,0 0 16,0-35-1,-35-71-15,0 35 16,35 107-1,-36 17 1,36 194 31,18-53-31,35-35-1,-53-18 1,35-88-16,-35 71 15,36-71 1,-36-18 15,35-53-15,0-17 0,18 53-1,71 35 1,-89 18-1,-35 17-15,35 71 16,-35-53 0,-18-1 15,-34-52-15,-37 36-1,72-36 1,17-18-1,0-17 1,17-18-16,19 0 16,-1 18-16,18-1 15,88-34 1,-106 70 0,-35 35 30,36 106-30,-36-53 15,35-88 1</inkml:trace>
  <inkml:trace contextRef="#ctx0" brushRef="#br0" timeOffset="40164.8">26970 11430 0,'0'0'16,"0"18"46,18 17-62</inkml:trace>
  <inkml:trace contextRef="#ctx0" brushRef="#br0" timeOffset="40613.83">27217 11395 0,'0'0'31,"35"71"-15,-35-18-16,35 70 16,-35-17-1,53-36 1,-35-34-1,-18-1 1,35-35-16,71 0 31,-88 0-31,17 0 16,-35-35-16,53-1 16,-53-34-1,35 35-15,-35-1 31,0 72 1,0 52-17,0-35 1,35-18 0,-17-35 15</inkml:trace>
  <inkml:trace contextRef="#ctx0" brushRef="#br0" timeOffset="40814.89">27446 11342 0,'0'-35'31,"0"70"-31,106-53 62,-71 18-62</inkml:trace>
  <inkml:trace contextRef="#ctx0" brushRef="#br0" timeOffset="41063.87">27799 11360 0,'0'-18'31,"35"71"1,18 71-17,0-1 1,-18 18-1,-35-106 1,0 18 0,36-53-1</inkml:trace>
  <inkml:trace contextRef="#ctx0" brushRef="#br0" timeOffset="41264.08">27799 11624 0,'0'0'0,"0"-35"47,70 35-31,-17 0-16,0 0 0,71 0 31,-54 0-16</inkml:trace>
  <inkml:trace contextRef="#ctx0" brushRef="#br0" timeOffset="41514.82">28328 11554 0,'0'70'63,"0"19"-48,0-19 1,0 1 0,35-36-1,1-35 16,-36-18-15</inkml:trace>
  <inkml:trace contextRef="#ctx0" brushRef="#br0" timeOffset="41698.17">28152 11183 0,'0'0'0,"0"-35"15,88 70 48,-88 1-63</inkml:trace>
  <inkml:trace contextRef="#ctx0" brushRef="#br0" timeOffset="42305.03">28540 11730 0,'0'0'0,"53"0"16,-18-53-16,35 18 16,-52-18-1,17 0 1,-35 18-1,-17 35 1,-1 0 0,-52 0-1,-1 70 1,36 1 0,35-36-16,0 1 15,0-1-15,35 0 16,53 18-16,-53-53 15,89 0 1,-18-35 0,-71 35-16,0-53 15,1 18-15,34-89 16,-70 36 0,0 53-1,0-1 1,-35 36-1,-18 106 1,18 0 15,52 17-15,-17-70-16,53-17 0,-53-1 16,36 18-1,-36-18 1,-36-35 15,-52 0-15,53 0-16,-1 0 15,1 0-15</inkml:trace>
  <inkml:trace contextRef="#ctx0" brushRef="#br0" timeOffset="42519.4">29316 11924 0,'0'0'15,"-35"0"32</inkml:trace>
  <inkml:trace contextRef="#ctx0" brushRef="#br0" timeOffset="55463.92">17956 2117 0,'0'0'0,"0"-35"32,0 52-1,18 107-16,-18-36-15,35 88 16,36-87 0,-71-54-1,35-35 1,36 0-16,-1-35 16,107-107-1,-54 37-15,18 16 16,353-210-1,-300 175 1,-159 124 0,-70 53 31,-35 35-47</inkml:trace>
  <inkml:trace contextRef="#ctx0" brushRef="#br0" timeOffset="56130.21">19226 4234 0,'0'0'31,"0"70"-15,0-17-16,0 0 15,36 18 1,70-89-1,176-158 1,370-195 0,-264 89-1,-141 141 1,-194 106 0,-17 35-16,-36 17 31,-159 142-16</inkml:trace>
  <inkml:trace contextRef="#ctx0" brushRef="#br0" timeOffset="56597.4">19985 4622 0,'0'0'31,"-35"0"173,-54 0-189</inkml:trace>
  <inkml:trace contextRef="#ctx0" brushRef="#br0" timeOffset="57015.73">19332 3916 0,'0'0'0,"0"35"94,36 18-78,-36 0-1,0 106 1</inkml:trace>
  <inkml:trace contextRef="#ctx0" brushRef="#br0" timeOffset="57330.48">20514 6315 0,'0'0'0,"0"-18"94,0-17-79</inkml:trace>
  <inkml:trace contextRef="#ctx0" brushRef="#br0" timeOffset="60194.78">20302 7056 0,'0'35'500,"-35"0"1609</inkml:trace>
  <inkml:trace contextRef="#ctx0" brushRef="#br0" timeOffset="69674.89">13652 12665 0,'36'0'78,"-54"0"62</inkml:trace>
  <inkml:trace contextRef="#ctx0" brushRef="#br0" timeOffset="71462.73">12241 12771 0,'0'0'0,"-35"0"15,-53 0 1,123 0 78,18 0-79,35 0-15,18 0 16,53-35-16,-18 35 15,0-53-15,36 53 0,17 0 16,-53 0-16,-36-53 16,54 53-1,-53 0-15,-35 0 0,17-36 16,-35 36-16,0 0 16,17-35-1,-35 53 95</inkml:trace>
  <inkml:trace contextRef="#ctx0" brushRef="#br0" timeOffset="72080.12">16510 12330 0,'-18'0'15,"18"35"1,53-35 0,35 0-1,18 0-15,388-35 32,-123-18-17,-107 0 1,-105 18-1,-71 35-15,-17-35 16,-36 35 0,-35-36-1,18 36 1,35-35 0</inkml:trace>
  <inkml:trace contextRef="#ctx0" brushRef="#br0" timeOffset="73213.78">24747 12524 0,'0'0'0,"124"-71"16,-36 71-1,-17 0-15,17-53 16,-18 53-16,1-35 16,-18 35-16,0 0 15,35-53-15,-18 53 16,54-35-16,-18-18 0,17 18 16,-35-18-16</inkml:trace>
  <inkml:trace contextRef="#ctx0" brushRef="#br0" timeOffset="78928.67">8925 11836 0,'-17'0'31,"34"0"-31,-87 71 16,70-36-16,0 0 16,0 0-1,88-35 1,441-229 0,-70 0-1,-107 17 1,-263 142-1,-1-1-15,-53 36 16,-70 88 15</inkml:trace>
  <inkml:trace contextRef="#ctx0" brushRef="#br0" timeOffset="79278.6">8908 11360 0,'0'0'0,"17"88"47,71-35-32,18-53 1,124-124 0,-36 36-1,0 18-15,370-265 32,-282 211-17,-193 89 1</inkml:trace>
  <inkml:trace contextRef="#ctx0" brushRef="#br0" timeOffset="80395.8">1817 12048 0,'0'-89'31,"0"231"31,0 157-46,0-246-16,0 0 16,0-17-16,0 34 46,0-158-14,0-18-32,0-423 31,0 141-15,0 229-1,0 124 1,70 105 15,19 160-15,52 87-1,-106-87 1,35-142-16,-34 18 16,-36-71-1,0 0-15,0 0 16</inkml:trace>
  <inkml:trace contextRef="#ctx0" brushRef="#br0" timeOffset="80616.11">1905 12295 0,'0'0'0,"88"-89"78,-35 37-62,35 16-1,-17 1 1</inkml:trace>
  <inkml:trace contextRef="#ctx0" brushRef="#br0" timeOffset="81662.89">2540 11871 0,'0'0'16,"-53"0"15,-35 0-15,53 71-1,35-1 1,0 1 0,0 0-1,0-36-15,17-35 16,19 35-16,34-35 15,1 0 1,-36-18 0,18-17-1,-53 0-15,0 0 0,35-71 32,-35-18-17,0 36 1,35 35-1,36-952 17,-53 2010-17,17-1005 1,-35 18 0,-18-18 15,-35 0-16,0 0 1,18 35 0,0 53-1,35-17 17,0-36-32,0 0 15,35 1-15,36-1 16,52 36-1,-70-71-15,0 0 16,35 0-16,-35 0 16,88-124-1,-106 36 1,-35-36 0,0 54-1,-17 35 1,17 158 31,17 0-16,36-87-31,-17-36 16,-1 53-16,0-53 15,0 0-15,1 0 16,17 0-1,-18-53 1,-35-18-16,0-52 16,-18 52-1,-35-17-15,18 53 0,-18 35 16,0-71-16,-105 71 31,87 141-15,71-88-1,0 0-15,53 53 16,70-71 0</inkml:trace>
  <inkml:trace contextRef="#ctx0" brushRef="#br0" timeOffset="82544.98">3845 11624 0,'-17'-35'15,"34"70"-15,-34-35 47,34 124-31,36-71-1,-53-18-15,71 36 16,-54-36 0,54-35 15,-18 0-31,0-71 31,-53 36-31,0-88 16,0 34-1,-18 54 1,18 70 31,0 124-31,18-124-1,52 18 1,71 0-1,-70-53 1,-36-53 0,-35-17-1,0 17-15,0-106 32,-17 124-17,17 17 1,0 53 15,0 89-15,0-89-1,0 0-15,17-35 0,-17 53 16,36-53 15,-36-105 0,0-1-15,0 53 0,52 0-1,54 53 17,-70 18-32,-1-18 0,18 52 15,-53-16 1,35 17-16,-35-18 0,0 0 15,0 0-15,0 18 16</inkml:trace>
  <inkml:trace contextRef="#ctx0" brushRef="#br0" timeOffset="82786.78">4904 11183 0,'0'0'31,"53"0"1,-1 36-32,-16-1 15,17 106 1,-18-35-1,-35-18 1,0-53-16</inkml:trace>
  <inkml:trace contextRef="#ctx0" brushRef="#br0" timeOffset="82979.06">4957 11448 0,'0'0'0,"0"-18"32,105-70-1,72 35-15,-89-17-1,-53 34 1</inkml:trace>
  <inkml:trace contextRef="#ctx0" brushRef="#br0" timeOffset="84028.34">5433 11183 0,'53'71'63,"-53"-18"-48,53 17-15,-18-34 16,0-36 0,36 0 15,-36-18-31,-17-70 31,-18 35-31,0 0 16,0-35-1,0 53 1,35 52 15,35 36-15,-17-18-16,-17 36 16,-36-53-1,0 17 1,0-123 46,0-71-30,35 159-17,18 0 1,-18 0-16,0 0 15,1 18-15,70 17 32,-18-35-17,-18 0 1,-34-35 0,16-54-16,-52 54 15,0-18 1,-35 53-16,35-70 15,-88 70-15,17 0 16,19 35 0,52-17-1,0 70 17,0 0-17,35-88-15,88 0 31,-70-18-15,-53-17-16,35 35 16,-35 35 46,142 494-31,-1-141-15,-71-299 0,-34-89-1,-142 0 17,-18-71-1,-17-52-16,88 52 1,-35-52 0</inkml:trace>
  <inkml:trace contextRef="#ctx0" brushRef="#br0" timeOffset="84263.07">5398 10831 0,'0'0'0,"-36"0"16,54 0 31,-18 88-32,0-71 1</inkml:trace>
  <inkml:trace contextRef="#ctx0" brushRef="#br0" timeOffset="85428.93">3810 12877 0,'0'0'0,"0"-36"32,-35 36-1,-53 0-16,35 18-15,-71 70 16,89 0 0,-53-17-16,88-18 15,-36 0-15,36 0 16,36 17 0,52-34-1,53-36 1,-88-18-1,-18 18-15,0-35 16,-52 35 31,-18 17-31,-1-17-16,36 53 15,-141 71 1,141-36-1,0-18 1,0-34 0,212-36-1,-36-124 1,106-70 0,-158 53-16,-18 18 15,-36-18 1,-34 35-1,-107 70 1,-35 36 0,36 0-1,17 18-15,17-18 16,36 53-16,-35 0 16,35-35-16,71 87 31,-36-105-16,0 0-15,53 0 32,-52 53-17,-36 0 1,53 18 0,-18-1-16,-35-17 15,70 124 1,-70-107-1,36-35 1</inkml:trace>
  <inkml:trace contextRef="#ctx0" brushRef="#br0" timeOffset="86361.59">4604 12683 0,'0'0'0,"0"106"47,70 35-31,-17-71-1,-53-35-15,106 18 16,-53-53 0,-18 0-16,18-35 15,18-53 17,-71 70-32,0-52 0,35 17 15,-35 18-15,0-1 31,0 54 16,35 52-31,36 1-16,-18-36 31,0-35-15,17-17-16,-34-54 15,-36 1 1,0-36 0,0 0-1,0 71 1,-18-36 15,-17 89 32,35 17-48,-36-35-15,36 53 16,0-18-16,-35 0 16,35 1-16,0-1 15,0 71 1,0-53-1,35-53 1,1 0-16,34-18 31,-70-70 1,35 53-32,-35-1 0,0 1 31,36 53 31,17 17-46,-36-35-16,-17 35 0,36-35 31,-36-35-15</inkml:trace>
  <inkml:trace contextRef="#ctx0" brushRef="#br0" timeOffset="86595.62">5609 12083 0,'0'-35'0,"0"70"0,53-35 62,18 123-46,-36-34-16,-35-19 16,70 1-16,-34 35 15,-36-36 1,0 1 0,-18-71-16</inkml:trace>
  <inkml:trace contextRef="#ctx0" brushRef="#br0" timeOffset="86794.97">5662 12453 0,'0'0'16,"0"-35"0,18 0 15,123-53-16,-71 88-15,19-53 16,-37 53-16,-16-36 16,-1 36-16</inkml:trace>
  <inkml:trace contextRef="#ctx0" brushRef="#br0" timeOffset="86981.7">6103 12224 0,'0'53'47,"35"123"-16,18-140-31,-17 17 32,-36-36-32,35-17 15</inkml:trace>
  <inkml:trace contextRef="#ctx0" brushRef="#br0" timeOffset="87194.74">5962 11783 0,'0'0'31,"88"124"16,-53-89-47</inkml:trace>
  <inkml:trace contextRef="#ctx0" brushRef="#br0" timeOffset="87945.74">6350 12154 0,'0'0'32,"0"158"-1,0-17-16,53-88 1,0 0 0,53-53-1,-18-70 17,-53-1-17,-35 1 1,-17 34-16,-36-17 15,35 53-15,-35-53 16,-18 18 0,19 35-16,52-35 15,0 0 17,105-1-17,1 1 1,-53 35-1,53 18 1,-71 105 0,-35-70-1,0 53-15,0-18 32,0-17-17,0-1 1,36-70-1,-1-70 17,-35-71-17,53 52-15,-53 36 16,53 18-16,-18 35 16,0-35-16,0 35 15,18 0-15,-17 0 16,-1 35-16,-35 0 15,53 18-15,-53 36 16,-35 16 0,-1-34-1,1-71 1</inkml:trace>
  <inkml:trace contextRef="#ctx0" brushRef="#br0" timeOffset="88144.97">7691 12559 0,'0'-17'16,"0"-1"-1</inkml:trace>
  <inkml:trace contextRef="#ctx0" brushRef="#br0" timeOffset="88395.47">5962 14341 0,'70'-71'31,"-140"142"-31,352-283 16,-88 142-16,0-19 15,53-17-15,212-105 16,-124 52-1,-123 71 1</inkml:trace>
  <inkml:trace contextRef="#ctx0" brushRef="#br0" timeOffset="88611.93">7161 14200 0,'0'0'0,"18"0"31,247-194-15,-71 52-1,-53 19 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8:57:30.847"/>
    </inkml:context>
    <inkml:brush xml:id="br0">
      <inkml:brushProperty name="width" value="0.05292" units="cm"/>
      <inkml:brushProperty name="height" value="0.05292" units="cm"/>
      <inkml:brushProperty name="color" value="#FF0000"/>
    </inkml:brush>
  </inkml:definitions>
  <inkml:trace contextRef="#ctx0" brushRef="#br0">20549 1976 0,'0'0'0,"36"-18"32,-36-17-17,0 0 1,0-36-1,0 53-15,-18-17 16,-70 35 0,-36 35-1,-70 195 1,88-71 0,36-1-16,17 142 31,53-176-31,123-89 31,-52-35-31,17 0 16,318-141-1,-177 0 1,-194 0 0,-35-18-1,-211 53 1,34 106-16,-158 0 15,124 141 1,175-17 0,124 17-1,177-71 1,35-17 0,-106 18-1,-159-1 16,1-34-31,-36-1 16,-18 71 0,-53-18-1,36-35 1</inkml:trace>
  <inkml:trace contextRef="#ctx0" brushRef="#br0" timeOffset="1137.94">21202 2611 0,'0'0'16,"0"-35"-16,0 88 31,-18 105-15,18-70-1,0-52 17,71-1-17,17-35 1,-35-18-16,70-87 16,-87-37-1,-36 54 1,0 53-1,0 88 17,0 0-17,17 17 1,54-17 0,-18-53-1,53 0-15,70-70 16,-123-36 15,18-18-15,-89 89-1,-88-18 1,71 53 0,-36 71-1,71-36-15,0-17 16,18 52-1,70-34 1,-17-36 0,17-71-1,-88 36 1,0 70 46,53 0-30,35-35-17,-18 0 1,1-106 0,-36 53-1,-35 1 1,0 140 46,53-18-46,-35 1 0,52-71-1,-17 0-15,18 0 16,-1-88 15,-34-1-15,-1-34-1,-35-18 1,-18 35 0,-17 71-1,35 141 16,18 70-15,17-70 0,-35-53-1,35-18 1,71-35 0,-88 0-16</inkml:trace>
  <inkml:trace contextRef="#ctx0" brushRef="#br0" timeOffset="1367.12">22860 2205 0,'0'0'0,"-35"-35"16,123 35 31,124 0-32,-177 0-15</inkml:trace>
  <inkml:trace contextRef="#ctx0" brushRef="#br0" timeOffset="2663.04">23266 2558 0,'106'-106'31,"-212"212"-31,300-282 16,-194 123-16,53-18 16,-53 36-16,0 0 0,-53-1 31,-35 54-16,52 35-15,36-36 16,-53 36-16,53-17 16,0-19-16,0 54 15,53-36 1,18-35 0,17 0-1,35-18 1,-87-34-1,-1-19 1,18 36 0,-53-1-16,0 54 62,0 35-46,53 35-1,70-53 1,-52-35 0,-1-17-1,-34-71 1,17 52-16,-53 1 16,0 17-16,0-17 15,0-35 1,-18 70 15,18 17 0,35-34 16,-35-124-16,-53 52 16,0 89-47,-17 106 16,70-35 0,-35-18-16,35 0 15,0-1 1,0-16-16,17-1 0,-17 0 15,36-35-15,-36 36 16,88-36-16,-53 0 16,18 0-16,0-18 15,0 18-15,0-88 16,-53 52-16,53 1 16,-53-18-1,-18 53 16,18 36-15,-35-36 0,35 52-16,0-16 15,70-36 1,-34 0 0,-1 0-16,18-36 15,-36 36-15,-17-35 16,36 35-16,-36-35 0,-18 35 47,-17 18-32,35 34 1,0 389 0,35-264-16,-35-1 15,88 18-15,-35-35 16,-18-53-1,-158-106 17,17-35-17,53-1 1,53 1-16,-53-18 16,124-176-1,17 158 1</inkml:trace>
  <inkml:trace contextRef="#ctx0" brushRef="#br0" timeOffset="2833.33">25841 2770 0,'0'0'0,"0"-36"16,-53 36 46,0 0-62</inkml:trace>
  <inkml:trace contextRef="#ctx0" brushRef="#br0" timeOffset="7233.83">20814 4551 0,'0'0'0,"-53"159"32,53 88-17,0-141 1,-35 52-16,35-34 31,0-89-15,0-246 31,17 105-32,36-229 1,0-1-1,-53 266-15,35-1 16,1 71 15,87 159-15,-52 282 0,-1-229-1,1-71 1,-36-53 15,0-88-31,-35 35 16,0 1-1,-17-36-15</inkml:trace>
  <inkml:trace contextRef="#ctx0" brushRef="#br0" timeOffset="7783.88">20796 5027 0,'0'0'0,"159"-35"47,106-18-16,-71 18-15,-53-18 0,-106 53-1,18 0 1,17 53-16,-70-35 16,36 34-16,-1-16 15,-35 34 1,35-17-1,-35-17 1,0-125 31,0-52-31,0 88-1,0 0-15,0 18 16,124 53 31,-54 52-32,-34-17-15,34 0 16,-70-18 0,0 1-1</inkml:trace>
  <inkml:trace contextRef="#ctx0" brushRef="#br0" timeOffset="8853.78">22260 4657 0,'0'-35'31,"71"88"-15,35 52 15,-71-69-31,-35-1 16,53 53-1,-53-53 17,0-87-1,0-54-16,0 35 1,0-17 0,53 88-16,-53-35 15,141 52 1,-88 54 0,0-1-1,-18-34 16,36-1 1,17-35-17,-35-88 1,-18 17-16,-35 18 16,0-17-1,0 140 48,35 19-48,1-54 1,16-35 0,1 0-1,36-88 1,-37-36 15,-16 89-15,17 53 31,0 52-32,35-35 1,-35-35-1,-18 0-15,88 0 16,-70-17 0,36-71-1,-54 35 1,-88 53 0,-18 0-1,36 0 1,0 17 15,105-17 16,-34 0-31,34 0-1,-17 71 1,-18-36-1,1 0 17,-1-35-17</inkml:trace>
  <inkml:trace contextRef="#ctx0" brushRef="#br0" timeOffset="9100.41">24324 3899 0,'0'0'0,"-18"0"16,18 70 31,0 1-32,0-36-15,0 18 16,18 53-1,-18-71 1,35 0 0,1-52-1</inkml:trace>
  <inkml:trace contextRef="#ctx0" brushRef="#br0" timeOffset="9723.07">24465 4022 0,'0'0'15,"0"-88"-15,0 17 0,0 18 16,0 18-1,53 159 32,-18 34-31,-35-105-16,36 18 16,-1-54-1,0 54 1,0-71-16,1 0 15,-1-18-15,0-52 16,1 34 0,-36 1-16,0 0 15,35 35-15,-35 18 63,88 87-32,-17-105-15,-1-17-1,-17-19 1,-18 1 0,-35 53 30,0 141-30,53-71 0,-53 0-16,0 18 0,0-36 15,0 124 1,0-158 0,-70-36 46,-1 0-46,36-18-16,0 18 15,35-88-15</inkml:trace>
  <inkml:trace contextRef="#ctx0" brushRef="#br0" timeOffset="9916.68">25576 4251 0,'0'-35'32,"-53"0"-17,-35-18 1</inkml:trace>
  <inkml:trace contextRef="#ctx0" brushRef="#br0" timeOffset="11599.13">25171 2576 0,'0'0'0,"53"0"63,0 0-47,35 0-16,18-36 0,-1 36 15,72-53 1,-89 18-1,-35 35-15,-18-35 0,0-36 32,-70 18-17,-71 18 1,18 35 0,53 0-1,158 141 48,-87-70-48,17-18-15,-18 0 0,-35 0 16,35 52 0,-35-69-16,0-1 15,-35 0-15,-36 0 16,36-35-16,0 71 15,-18-36-15,18 1 32</inkml:trace>
  <inkml:trace contextRef="#ctx0" brushRef="#br0" timeOffset="12609.22">26247 2770 0,'-53'35'734</inkml:trace>
  <inkml:trace contextRef="#ctx0" brushRef="#br0" timeOffset="13150.3">26476 2223 0,'0'0'31,"0"229"16,0-70-32,0-106 1,0-18-16,0 0 16,0 1-16,35-36 15,-35 35-15,71-35 16,-36 0-16,159-35 31,-159-1-15,-35-17-1,0-52 1,0 34 0,0 142 30,36 193-30,17-52 0,-18-89-1,-35-87 1,35-19 0,18-70-1</inkml:trace>
  <inkml:trace contextRef="#ctx0" brushRef="#br0" timeOffset="13572">26882 1394 0,'141'176'0,"-388"-476"16,353 424-16,-389-318 15,178 158-15,-1 36 16,0 0-16,0 71 15,18 35-15,-18 53 0,18-1 16,35 266 0,0 34-1,53-211-15,71 18 16,-18-53-16,35 17 16,53-35-16,-18-88 15,1-36-15,17-70 16,18 53-16,-18-53 15,53-88-15,35-53 16,0-36-16,-35-17 16,-35 18-16,-53-18 15,-18 18-15,-88-1 16,0-17-16,0 18 0,-88 52 16,-124 19-1,106 105-15,-35 0 16,-158 52-1,-1 213 1</inkml:trace>
  <inkml:trace contextRef="#ctx0" brushRef="#br0" timeOffset="15949.21">25859 3387 0,'-36'0'125,"54"0"1766</inkml:trace>
  <inkml:trace contextRef="#ctx0" brushRef="#br0" timeOffset="29196.78">23548 5345 0,'88'0'47,"0"-35"-32,18 35-15,229-53 16,-158 0-16,193 0 16,-52 0-1,-195 53 1,-17 0-16,-18-35 15,-35 35 1,-18 0-16</inkml:trace>
  <inkml:trace contextRef="#ctx0" brushRef="#br0" timeOffset="29462.47">24218 5486 0,'0'0'0,"-35"35"16,35 1-1,247-36 1,176 0 0,71-71-1,-265-17 1,-52 88-16,-18-71 15,-18 18-15,-36 53 16,19-88-16,-36 88 16,-35 0-16</inkml:trace>
  <inkml:trace contextRef="#ctx0" brushRef="#br0" timeOffset="30582.6">25277 5698 0,'0'0'0,"-18"0"750,-17-36-734</inkml:trace>
  <inkml:trace contextRef="#ctx0" brushRef="#br0" timeOffset="38700.68">21855 12206 0,'0'0'0,"35"212"62,18 53-30,-53-230-17,0 18 1,0-88 15</inkml:trace>
  <inkml:trace contextRef="#ctx0" brushRef="#br0" timeOffset="38982.32">21766 12154 0,'0'0'15,"89"0"32,281 52-31,-176 1-16,-53 36 15,0 193 1,-141 18 0,-176-89-1,52-105 1,1-35-16,-247 105 15,281-141 1,89-88 15</inkml:trace>
  <inkml:trace contextRef="#ctx0" brushRef="#br0" timeOffset="39736.55">22860 12436 0,'0'0'0,"0"-36"15,35 160 32,18 70-31,-53-141-1,35 17-15,-35-34 16,53-36-16,-53 35 16,53-35-16,-17 0 15,17 0-15,17 0 16,-35-53-16,1 18 16,-36-18-16,35 0 15,-35-18-15,0 18 16,0-35-1,-18 88-15,18 18 47,0 70-31,0-53-16,18 36 16,35-18-1,0-53 1,0 0-1,0-18 1,-1-123 15,-52-935-31,0 2064 16,0-1023 0,0 52 15,36 54-16,17-71-15,-18 53 16,0-53-16,0 35 16,1-35-1,17 0-15,0-35 16,-53-1 0,0 1-16,0 0 15,0-18-15,-36-18 16,-17 19 15,18 122 0,106-17-15,-18-53-16</inkml:trace>
  <inkml:trace contextRef="#ctx0" brushRef="#br0" timeOffset="40502.46">24448 12206 0,'0'0'0,"-36"-35"16,19 35-1,-89 71 17,70 35-17,36-36 1,18-35-1,17-35 1,1 0 15,34-105-15,-70 87 0,36-35-1,-1 71 32,18 17-31,-18-35-1,0 0-15,1 0 0,16 0 16,1-35 0,18-1-16,-36-34 0,0 17 15,-35-35-15,0-89 16,0 36-1,0 0-15,-123-18 32,88 124-17,-1 88 1,36 18-16,-52 34 16,52 19-16,0-18 15,123 123 1,-88-194-16,18 1 15,0-36-15,18 0 16,-18 0-16,-1 0 16,54-71-1,-106 36-15,53-1 16,-53-34-16,0 17 16,0 88 46,36 142-31,-1-107-15,-35-52 0</inkml:trace>
  <inkml:trace contextRef="#ctx0" brushRef="#br0" timeOffset="40715.11">22154 11995 0,'0'0'16,"18"0"-1,106-18 1,175-123 0</inkml:trace>
  <inkml:trace contextRef="#ctx0" brushRef="#br0" timeOffset="40965.56">23848 11377 0,'0'36'78</inkml:trace>
  <inkml:trace contextRef="#ctx0" brushRef="#br0" timeOffset="42015.25">25735 10601 0</inkml:trace>
  <inkml:trace contextRef="#ctx0" brushRef="#br0" timeOffset="60185.39">21766 14270 0,'-105'35'31,"210"-70"-31,-246 70 31,229-35 32,336-35-32,-336-35-31,-35 70 0,-18 0 16,-35-36-1,-176 72 16</inkml:trace>
  <inkml:trace contextRef="#ctx0" brushRef="#br0" timeOffset="60714.66">21890 14341 0,'0'-18'78,"-18"18"-47,18 71 16,36 87-15,16 19-17,-52-124-15,53 0 0,-53 17 16,0-17-1,0-18 1,-229-105 47,141 70-32,53 0-31,246 35 31</inkml:trace>
  <inkml:trace contextRef="#ctx0" brushRef="#br0" timeOffset="61501.85">22560 14711 0,'0'-88'31,"0"176"-31,-18-176 16,-52 88-1,-54 71 1,89 17 0,35-18-1,53-17 1,53-53-1,-36 0 17,-34 0-32,-36-35 0,53 35 15,-53-53-15,0 18 16,0-36 0,0 36-1,-18 0 1,18 105 15,0 1-15,35-71-1,1 70-15,-1-70 0,0 36 16,36-36 0,-18-18-1,0-53 1,-53 36-1,0 17-15,0-52 16,0 17-16,0 18 16,-18 35-16,18 70 47,18-34-32,17 52 1,0-71-1,-35 19 1,0-177 47,0 17-32,35 124-31,142 124 31,-142-89-15,36 35 15,-18-17-15,-18-53-16</inkml:trace>
  <inkml:trace contextRef="#ctx0" brushRef="#br0" timeOffset="61697.86">23689 14588 0,'0'0'0,"0"-36"47,212-17-16,-36 1 0</inkml:trace>
  <inkml:trace contextRef="#ctx0" brushRef="#br0" timeOffset="61964.42">24730 13864 0,'0'-35'16,"53"159"31,-53 17-31,35-35-1,0-1 1,-35-69-1,35 17 1,1-53 0</inkml:trace>
  <inkml:trace contextRef="#ctx0" brushRef="#br0" timeOffset="62264.32">24659 13864 0,'0'0'0,"88"18"47,142 123-31,-89-53 0,-88-17-1,-53-36 1,0 1-16,0-19 15,-71 71-15,1-35 16,-1-17 15,36-36-15</inkml:trace>
  <inkml:trace contextRef="#ctx0" brushRef="#br0" timeOffset="62913.45">25453 14129 0,'0'0'15,"18"0"-15,34-53 0,-16 18 16,-1-71 0,0 18-1,-35 53-15,0-1 16,-17 36-1,-107 106 17,54 88-1,70-141-31,0-18 16,53 1-16,-36-36 15,36 53-15,-18-53 16,-17 0-16,53 0 15,-18 0-15,-1-53 0,-16 17 16,17 1 0,-18-35-16,-35-19 15,0 36 1,-53 71 15,18 53-15,35 34-1,17-34 1,19-71 0,52 53-16,18-53 31,17-18-15,-17-70-1,-53 53-15,-18 0 0,18-36 31,-18 36-15,-35 52 62,-70 36-62</inkml:trace>
  <inkml:trace contextRef="#ctx0" brushRef="#br0" timeOffset="64320.28">24606 15011 0,'-35'0'15</inkml:trace>
  <inkml:trace contextRef="#ctx0" brushRef="#br0" timeOffset="65690.37">25929 11377 0,'0'0'15,"35"0"1,36 0-16,-18 0 16,123 53-1,-140 124 1,16 34-1,-52-87-15,0-18 16,-35 123 0,35-158-16,0 17 15,0-35-15,53-18 16,71 0 0,-36-35-16,-18 0 15,142-70 1,-265 123 46,53-1-46,-70 37-16,70-19 16,0 18-16,52 18 15,19 0-15,0-18 16,34 0-16,-34 1 15,-18 17-15,0-1 16,0-69 0,-53 34-1,-106-17 1,18 18-16,17-71 16,-141 105-1,195-105 1</inkml:trace>
  <inkml:trace contextRef="#ctx0" brushRef="#br0" timeOffset="65882.9">27534 13723 0</inkml:trace>
  <inkml:trace contextRef="#ctx0" brushRef="#br0" timeOffset="72062.83">9719 11889 0,'0'0'0,"0"-35"31,0 70 31,-35 265-30,35-247-32,0 0 15,0 17-15,0-17 16,0 0 0,17-53 30</inkml:trace>
  <inkml:trace contextRef="#ctx0" brushRef="#br0" timeOffset="72529.9">10389 11836 0,'0'53'32,"0"106"-1,-35-71-31,35-35 0,0 0 16,-35 17-1,35-34-15,0-1 16,0-123 31,0-177-32,35 0 1,0 124 0,1 106-1,17 70 1,-1 71-1,19 0 1,0 17 0,-36 19-1,-35-1 17,0-88-17,-35-53 1</inkml:trace>
  <inkml:trace contextRef="#ctx0" brushRef="#br0" timeOffset="72927.97">10478 12136 0,'0'-35'47,"194"-71"-32,-106 70 1,0-16-16,0 16 16,-35 1-16,0-36 15,-18 1 1,-35 35-16,0-1 16,-17 36-1,-19 0 16,36 124-15,0 52 0,18 36-1,70-89-15,-88-17 16,35 141 0,-35-159-1,0-52 1,0 17-1,-35-53-15</inkml:trace>
  <inkml:trace contextRef="#ctx0" brushRef="#br0" timeOffset="74013.61">11112 12118 0,'0'0'0,"71"-70"15,-36 70 1,1-36-16,-1 36 16,35 36-1,-70 52 1,0 0 0,-35-53-1,-18 1-15,36-36 16,-36 70-16,17-70 31,213-123 0,-124 52-15,17-17-16,1 35 16,-36-18-16,0 19 15,-35 16-15,0 1 16,0 0-1,-17 70 17,-19 36-17,36-36 1,71 35 0,-18-34-16,-35-36 15,17 0-15,0 0 16,18 0-1,-53 35 32,-18 53-15,18-53-32,0 1 15,0 34 1,53-17-1,36-18 1,-54-35-16,0 0 16,-35-17-16,35 17 15,-35-88 1,36 35-16,-36-35 16,0 35-16,0 0 15,0 17-15,0 1 16,0 70 31,35 107-16,35-107-31,-70 0 0,53 0 16,88-35 15,-70-17-16,0-54-15,-36 18 16,-35 0-16,70-35 16,-70-212-1,-52 159 1,16 106 0,19 123 15,-36 230-16,53-248 1,17 18-16,-17-35 16,53 18-1,-53-54-15,53 36 0,-18-17 32</inkml:trace>
  <inkml:trace contextRef="#ctx0" brushRef="#br0" timeOffset="74230.78">11871 11871 0,'35'0'47,"71"18"-32</inkml:trace>
  <inkml:trace contextRef="#ctx0" brushRef="#br0" timeOffset="74896.7">13229 11995 0,'106'0'47,"-18"0"-31,18 0-16,-35 0 15,-1 0-15,-17 0 0,-18 0 16,1 0 0,-142 0 31</inkml:trace>
  <inkml:trace contextRef="#ctx0" brushRef="#br0" timeOffset="76212.89">14235 11783 0,'0'0'0,"17"0"16,-17-35 0,36 35-16,34 0 15,-35 0 1,-17 0-16,53 0 16,-19 0-16,-16 0 15,-1 17-15,-35 72 31,0-1-15,-71-53-16,-17 36 16,53-36 15,106-35 16,-19 0-32,54 0 1,-35 71 0,-71-36-16,0 0 15,0 53 1,-53-35 0,35-53-16,-52 0 15,-36 53 1,18-53-1,52 0 1,36-18 0</inkml:trace>
  <inkml:trace contextRef="#ctx0" brushRef="#br0" timeOffset="76463.27">14887 11783 0,'0'0'0,"0"18"47,0 35-31,35 17-16,-35-17 16,0 0-16,53-18 15,-53 1-15,0-1 16,0 0-16,0 0 15,0 18 1,36-53 0</inkml:trace>
  <inkml:trace contextRef="#ctx0" brushRef="#br0" timeOffset="77183.64">15311 11783 0,'0'0'0,"0"71"63,35-18-47,-35 17-16,0-17 15,0 0-15,0 0 16,0-18-16,0 0 15,0 1 1,0-107 31,0-70-16,-18-106-15,18 141-1,35 177 48,89-18-47,-53 0-1,-71-18 1,52-35-16,19 0 31,-36-35-15,18-71-1,-53 53-15,0 0 16,35 0-16,-35 18 16,36-36-1,-36 159 32,35 18-31,-35-53-16,0 18 15,53-18-15,-53-18 16,0 18-16,0-18 16,0 0-16,0 1 15,0-1-15,35 0 31</inkml:trace>
  <inkml:trace contextRef="#ctx0" brushRef="#br0" timeOffset="77930.19">16245 11713 0,'0'0'15,"0"-36"1,-17 36 15,-36 88-15,0-52-16,53 17 15,0-18-15,0 0 16,0 0-16,18 18 16,17-53-1,35 0 1,-34 0-1,-36-35-15,53 0 16,-53 0-16,0-1 16,53 1-16,-53 0 0,0-1 15,0 54 32,35 70-16,53-52 1,-35-36-17,0-18 1,-53-17 0,53-54-1,-53 72-15,0-18 16,0-1-16,-18 1 15,-17 70 32,35 1-15,17 16-17,19-16 1,-36-1-16,35 18 15,-35 17 17,0-34-1,35-36 0,1 0-15,17-18-1</inkml:trace>
  <inkml:trace contextRef="#ctx0" brushRef="#br0" timeOffset="78530.92">17039 11748 0,'0'-71'16,"0"142"-16,0-177 15,-17 106 1,-54 0-1,36 88 1,35-53-16,0 1 16,0-1-16,0-17 15,0 52 1,35-70 0,71 0-1,-36-70 1,-34 34-1,-36-17-15,105-193 16,-52 157 0,-53 54-1,0 0-15,-35 105 47,35 1-31,0-18-16,0 0 15,0 0-15,0 0 16,0-18-16,0 35 16,18-123 46,17 1-46,-35-1-1,35 53-15,1 0 16,-36 35 0,35 0-16,0 36 15,18-18 1,-53-18 0,35 0-1,18-35-15</inkml:trace>
  <inkml:trace contextRef="#ctx0" brushRef="#br0" timeOffset="79247.72">18098 11677 0,'0'36'0,"0"-1"16,0 0-1,-36 53 17,-17 0-17,53-70-15,-53 35 16,-70 18-1,52-1-15,18-70 16,-35 35-16,-18-35 16,-229 53-1,-88 0 1,123 18-16,-300 17 16,-105 18-1,352-18 1,18 0-16,-441 177 15,335-142 1,-71 36-16,71-35 16,71-1-16,-283 36 15,406-106-15,0-53 16,18 53 0,53-53-16,-1 0 0,36 52 15,0-52-15,-18 0 16,-17 0-16,35 53 15,-88-53 1,176 0-16,0 0 16,17 0-16,-34 0 31,-1 36-15,36-1-1,0-35-15,-1 0 16,125-35 46,-19-36-62</inkml:trace>
  <inkml:trace contextRef="#ctx0" brushRef="#br0" timeOffset="79429.85">9331 13759 0,'-18'-36'31</inkml:trace>
  <inkml:trace contextRef="#ctx0" brushRef="#br0" timeOffset="80305.23">8537 12524 0,'35'-35'31,"-70"70"-31,53-70 47,-512 282-32,124-124 1,105-70 0,177 18-1,35-71-15,18 35 32,52-53-1,89-70-16,-71 53-15,1-1 16,17-69 0,-18 105-1,-35-36-15,-53 142 63,-18 176-32,1-193-31,70 87 31,17-141-31,230-35 32,-35 0-17,-124-35-15,-17 35 16,35-35-1</inkml:trace>
  <inkml:trace contextRef="#ctx0" brushRef="#br0" timeOffset="81313.13">1341 13247 0,'0'0'0,"0"141"79,0 36-64,0-89-15,0 18 16,-18 70-1,18-141 1,0-52 15,0-72-15,0 1-16,0-18 16,0 1-16,0-142 15,0 106 1,106 229 46,17 18-46,-87-18-16,16 0 16,-16 88-1,-36-123-15,0 35 16,0-17-1,-36-71 1</inkml:trace>
  <inkml:trace contextRef="#ctx0" brushRef="#br0" timeOffset="81513.58">1288 13847 0,'0'-35'31,"17"-18"-15,89 0 0,-71 0-16,18 53 15,0-35 17,-17 35-32</inkml:trace>
  <inkml:trace contextRef="#ctx0" brushRef="#br0" timeOffset="82479.57">1870 13371 0,'0'0'31,"-53"70"31,53 71-46,0-105 0,0-1-16,53 0 15,-18 18-15,36-53 32,-1 0-17,-35-53-15,1 18 16,-1-36-1,35 36-15,-70 0 0,0-18 16,0-53 0,18 88-1,-18-17-15,35 35 63,1 0-32,-54 0 16,-17 53-31,35-18-16,0 1 0,0-19 15,0 54 1,0-1-1,53 1 1,35-71 0,-35 0-16,0 0 15,123-88 1,-88-18 0,-52 0-1,-36 53 1,0-18-16,0 36 0,-18 18 15,18 52 48,0 0-63,0 18 0,0 0 16,18 18-1,52-1 1,-17-70-1,-18 0-15,1 0 0,52-53 32,-88-53-17,0 71-15,0 0 16,-53-89 0,-18 89-16,54 35 15,-89-35 1,35 52-1,71 89 1,0-35 0,0-18-16,106 35 15</inkml:trace>
  <inkml:trace contextRef="#ctx0" brushRef="#br0" timeOffset="83363.67">3281 13106 0,'0'0'15,"0"-35"-15,-18 35 16,18 53 15,18 52-15,17-52-1,-35-17-15,53 17 16,0 0-16,17-53 16,19 0-1,-19-18 17,-17-88-17,-53 71-15,0 17 0,0-52 16,0 17-16,0 17 15,-17 36-15,17-35 16,-36 176 31,54-70-31,70-1-1,-17-70 1,-36 0-16,35 0 15,-17 0 1,-53-53 0,0-52-1,-17-19 17,17 89-17,0 158 32,0-52-31,17-36-1,19 18 1,-36-18 0,0-70 30,0-36-30,0 36 0,0-18-16,0 18 15,0 0-15,70 35 32,1 17-17,-18 19 1,-53 34-16,35-35 0,-35 1 31,0-1-15,35-35-16</inkml:trace>
  <inkml:trace contextRef="#ctx0" brushRef="#br0" timeOffset="83597.83">4339 12771 0,'0'0'16,"124"212"46,-71-142-46,-53 18-1,0-17 1,0-36 0,-18-35-1</inkml:trace>
  <inkml:trace contextRef="#ctx0" brushRef="#br0" timeOffset="84657.35">4233 13035 0,'0'0'0,"0"-35"16,18 0 0,105-18 15,-52 53-31,17-53 0,-35 53 16,18-70-16,-18 70 15,-18-36-15,-35 107 63,35-36-48,0 36 1,-35-36-16,36-35 16,-36 70-16,35-70 15,-35 18-15,35-18 16,1 0-1,-36-35 1,35-36 0,-35 18-1,35-70-15,-35 88 32,35-1-32,18 36 31,0 71-16,-18-36 1,-35 53 0,0-52-16,36-36 15,-36-36 32,0-34-31,0 35-1,35-1-15,0 36 16,1 0 0,52 18 15,-35-18-15,0 0-1,35-18 1,-53-17-1,-35 0 1,0-1 0,-35 1-1,-18 35-15,18 0 16,-1 18 0,36 17-1,0 0 1,0 1-1,0-1 1,0 53 0,0-35-1,0 18-15,0 17 16,53 18 0,71 229-1,-36-106 1,0-106-1,-88-87 1,-18-36 0,-70 0-16,18-18 15,-1 18-15,36-70 16,-36-1 0,18 36-16,-17-36 15,17 18-15,-35-70 16</inkml:trace>
  <inkml:trace contextRef="#ctx0" brushRef="#br0" timeOffset="84862.63">4745 12330 0,'0'0'16,"17"-35"15,36 35-15,-53 17-16,0 1 15,0 52-15,0-17 16</inkml:trace>
  <inkml:trace contextRef="#ctx0" brushRef="#br0" timeOffset="85313.21">2716 14835 0,'0'0'0,"0"17"31,36 124-15,-36-70 0,53 17-16,-53 0 15,35 71 1,0-35 0,-35-72-1,0-16 1</inkml:trace>
  <inkml:trace contextRef="#ctx0" brushRef="#br0" timeOffset="86779.9">2822 14835 0,'0'0'0,"0"-71"16,0 18-1,36 53-15,-1 0 16,18-35-16,0 35 16,17 18-16,-35-18 15,-35 70-15,36-17 16,-54 88 15,18-123-31,-70-18 16,70 70-16,-53-70 0,53 36 15,-53-36-15,53-18 63,123-88-47,-52-17-1,52-1 1,-17-17-1,-106 70 1,0 19 0,-18 52-1,-35 0 1,1 35 15,52 0-31,0 18 0,-36 0 16,36 53-1,18-71-15,-18 0 16,106 1 0,-53-36-16,-18 0 15,35 0-15,19-18 16,-19-105 0,-17 34-1,-18-52 1,-35 88-16,-17 18 15,-18-36 1,-36 71 0,53 0-1,18 53 1,0-35-16,0 17 16,53 18-1,18 0 1,-36-53-16,0 0 15,1 35-15,-36 1 32,0 17-17,0-18-15,0 0 16,0 0 0,0 18-16,70-17 31,1-36-16,-36 0 1,0-36-16,18 1 16,-17 0-16,34-177 15,-70 106 1,0 18 0,0 53-1,0 52 16,0 89-15,0-35-16,0-18 16,71-18-16,-18 0 31,70-35-15,-52-70-1,-19-36 1,-52 88-1,0-52-15,0 17 0,0 0 16,0 18-16,0 88 63,0-18-48,0 35-15,0-34 0,36-1 16,52 0-1,-35-35 1,35-35 0,-17-53-1,-71 0 1,0 17 0,-18 71-1,-17-71-15,-1 71 16,1 0-16,-53 89 15,88-19 1,0-35 0,0 18-1,18-53 1,-1 0 0,89-17-1,-35-19 1</inkml:trace>
  <inkml:trace contextRef="#ctx0" brushRef="#br0" timeOffset="87245.21">5221 14023 0,'0'0'0,"-18"0"47,-87 53-32,105-18 1,-36 1-16,36-1 16,0 0-16,0 1 15,53-1 17,18-35-17,-36-35-15,0-18 0,-35 35 16,53-105-1,-53 70-15,0-36 16,0 19-16,-17-18 16,-72-53-1,89 105-15,-52 36 16,52 88 15,0 71-15,17-88-1,-17 17-15,71 35 16,-36-87 0,-35 17-16,0-18 0</inkml:trace>
  <inkml:trace contextRef="#ctx0" brushRef="#br0" timeOffset="87409.72">3986 13900 0,'0'0'16,"124"88"31</inkml:trace>
  <inkml:trace contextRef="#ctx0" brushRef="#br0" timeOffset="87612.43">5609 15117 0,'124'-124'31,"-89"124"-16,18-53-15,-18 53 16,36-35 0,-18-18-1,-18 18-15</inkml:trace>
  <inkml:trace contextRef="#ctx0" brushRef="#br0" timeOffset="87780.35">6050 14746 0,'0'0'0,"0"-35"32,-53 35-17</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04:49.200"/>
    </inkml:context>
    <inkml:brush xml:id="br0">
      <inkml:brushProperty name="width" value="0.05292" units="cm"/>
      <inkml:brushProperty name="height" value="0.05292" units="cm"/>
      <inkml:brushProperty name="color" value="#FF0000"/>
    </inkml:brush>
  </inkml:definitions>
  <inkml:trace contextRef="#ctx0" brushRef="#br0">4974 14888 0,'35'-71'15</inkml:trace>
  <inkml:trace contextRef="#ctx0" brushRef="#br0" timeOffset="1042.21">5697 11254 0,'0'0'0,"-17"-35"31,17-1-31,0 142 47,53-18-31,17 106-1,-70-141-15,35 18 16,-35 17 0,0-53-16,0 18 15,-17 18 1,17-36-16,-88-35 16</inkml:trace>
  <inkml:trace contextRef="#ctx0" brushRef="#br0" timeOffset="1242.21">5433 11571 0,'-35'-123'32,"70"246"-32,-35-387 15,53 176-15,0 17 16,123 1-1,-88 34-15,-35 36 16,-18 0-16,36 177 16,-71-89-16</inkml:trace>
  <inkml:trace contextRef="#ctx0" brushRef="#br0" timeOffset="1849.35">5680 12400 0,'17'71'31,"195"-71"0,-36-71-15,36-17-1,-141 35-15,-1 0 0,-35 1 16,18-90 0,-53 37-1,-35 69 1,35 54 31,35 52-32,-35-34 1,53-1006-16,-17 2081 16,-36-1076-16,35 0 15,-35 18 1,-88-264 46,88 140-46,0 18-16,0 18 16,53-18-1,35 53 1,-18 18 0,1 70-1,-71-53-15,70 18 16,-70-18-16,0-17 15,0 53 1</inkml:trace>
  <inkml:trace contextRef="#ctx0" brushRef="#br0" timeOffset="3106.24">7250 11713 0,'0'0'16,"0"-36"0,-18 89 31,18 35-32,0 71 1,18-88-1,34-18 1,1-53 0,18 0-1,0-36 17,-1-105-17,-35 88-15,-35 18 0,0 0 16,-17 70 46,17 0-46,0 53-16,17-88 16,89 89-1,-35-89 1,-36 0-1,-17 0-15,35-36 16,-53 1-16,35 0 0,-35-36 16,0 18-16,0 0 15,-53-17-15,18-971 16,-36 2011 0,36-970-16,0 0 15,-36 53 1,71-17-16,0-1 15,0 0-15,0 18 16,35 35 0,36-53-1,-36-35-15,36 0 16,-36 0-16,0-17 0,1-36 16,34-35-1,-70 35-15,71-35 16,-36-53-1,-35 105 1,35 36 0,0 0-1,1 71 1,17-18-16,-18-18 16,-35 0-16,53 18 15,-18-35 1,-35 17-16,35-35 31,-35-35-15,0-53-1,0 35-15,0 0 16,36-18-16,-36 36 16,35 35 15,106 106-16,-106-18 17,-35-53-32,36-35 15,-36-53 32,0-70-31,35 70-16,-35 18 15,35 35 17,71 88-17,-71-88-15,1 53 16,-1-53-16,0 0 16,106-53 15,-53-265 0,-88 283-15</inkml:trace>
  <inkml:trace contextRef="#ctx0" brushRef="#br0" timeOffset="3241.57">9260 11148 0,'-35'35'16,"35"36"-16,0-18 0,0 53 31,141 35-16,-17-106 1,34-35 0,-87 0-16,-18 0 15</inkml:trace>
  <inkml:trace contextRef="#ctx0" brushRef="#br0" timeOffset="3524.59">8767 12312 0,'0'0'0,"0"-17"15,70-19 1,71 1 0,-70 35-16,17-53 15,-17 53-15,-19 0 0,19-35 16,-18 35-16</inkml:trace>
  <inkml:trace contextRef="#ctx0" brushRef="#br0" timeOffset="13707.95">11307 9561 0,'-18'-53'31,"-123"17"-15,70 36-16,-17 18 16,0 17-16,35 18 15,18-17-15,35-1 0,-53 0 16,53 0-16,0 1 16,70-1-1,89 35-15,35-17 0,53 18 16,300 52-1,-547-87 1,0-1-16,0-17 16,-35 52-1,-265 1 1,141-18 0,18-53-16,17 35 0,18-35 31,71-18-16,35-17-15</inkml:trace>
  <inkml:trace contextRef="#ctx0" brushRef="#br0" timeOffset="13942.01">11307 9084 0,'-36'0'0,"72"0"0,-19 265 47,230 211-32,-212-352 1,18 17-16,-53-35 16,71-1-16,-1 1 31,-70-35-31,36-71 0</inkml:trace>
  <inkml:trace contextRef="#ctx0" brushRef="#br0" timeOffset="14612.87">12612 9790 0,'0'0'16,"88"-35"-16,-35 35 0,0 0 15,0 0-15,-18 0 16,0 0-16,-35 35 16,0 0-16,0 0 15,0 18-15,-70-17 16,-160 87 0,195-123 15,229 0 0,141 0-15,-211 53-1,-124 0 1,0-18 0,-106 18-1,53 18 1,-35-71-16,17 35 0,-17-35 15,35 0-15,18 0 16,35-53 0</inkml:trace>
  <inkml:trace contextRef="#ctx0" brushRef="#br0" timeOffset="14940.7">13564 9843 0,'0'17'32,"-17"54"-17,-19-18-15,36-18 16,18 36 0,17-36-16,18-35 15,18 0-15,17-35 16,0-18-1,18-71-15,-106 71 16,-18-123 15,-123 176-15,18 18 0,87 52-16,-16 142 31</inkml:trace>
  <inkml:trace contextRef="#ctx0" brushRef="#br0" timeOffset="15140.08">14534 10002 0,'0'52'31,"-52"-16"-31,52-1 15,-53 0-15,53 1 16,-53-1-16,53 0 16,-36-35-16,36 53 15</inkml:trace>
  <inkml:trace contextRef="#ctx0" brushRef="#br0" timeOffset="15992.08">14834 9719 0,'0'0'15,"-17"0"1,-19 53 0,-34 53-1,35-71-15,35 1 16,0-1-16,17 0 15,54 18 1,-18-53-16,70-35 16,-88-36-1,1-17 1,-36 35 0,0-17-16,0 52 0,0-53 31,53 71 16,88 36-32,-71-36-15,-17 53 16,18 17 0,-36-35-1,-35-105 63,124-142-46,-89 159-32,0 18 15,0 35 16,36 0-15,-53 0-16,34 18 16,-16-18-16,-1 70 15,-35-34-15,35-1 0,-35 0 16,36 0 0,-1 1-1,0-36 1,18 0-16,18-18 15,-19-17 1,-52-1-16,36-34 16,-36 17-16,0-53 15,-141 36 17,88 17-32,17 53 15,-16 0-15,52 17 16,0 36-1,0-18 1,0 1 0</inkml:trace>
  <inkml:trace contextRef="#ctx0" brushRef="#br0" timeOffset="16474.52">14870 10795 0,'88'0'31,"776"-123"0,-652 52-31,-18 18 0,-18 0 16,195 1-1,-213-37-15,-52 89 16,-18-35-16</inkml:trace>
  <inkml:trace contextRef="#ctx0" brushRef="#br0" timeOffset="16659.34">17410 10319 0,'0'-35'16,"-89"52"31,-34-17-47</inkml:trace>
  <inkml:trace contextRef="#ctx0" brushRef="#br0" timeOffset="17730.25">16069 10936 0,'0'-17'94,"0"-18"500</inkml:trace>
  <inkml:trace contextRef="#ctx0" brushRef="#br0" timeOffset="19190.43">16439 10390 0,'0'0'16,"0"-36"31,-17 89-16</inkml:trace>
  <inkml:trace contextRef="#ctx0" brushRef="#br0" timeOffset="20573.37">13423 11695 0,'0'0'0,"35"35"47,107 265-31,-72-35-1,-35-89 1,-35-53 0,53-17-1,-53-70-15,0 17 16</inkml:trace>
  <inkml:trace contextRef="#ctx0" brushRef="#br0" timeOffset="20926.59">13441 12647 0,'0'0'31,"0"36"-16,17 70 1,89-18 0,-70-88-16,-1 53 15,0-53-15,0 0 16,18 0-16,0-18 16,18-17-16,-18-36 15,-18 18-15,-35 0 0,0-35 16,-18 0-1,-17 88 1,0 88 15,35 71-15,0-71 0,0-17-16,0 17 15,0 35 1</inkml:trace>
  <inkml:trace contextRef="#ctx0" brushRef="#br0" timeOffset="21128.6">14005 13212 0</inkml:trace>
  <inkml:trace contextRef="#ctx0" brushRef="#br0" timeOffset="21690.8">14429 12806 0,'0'0'0,"105"0"31,89-35 0,-35-36-31,141 18 16</inkml:trace>
  <inkml:trace contextRef="#ctx0" brushRef="#br0" timeOffset="23190.53">14781 13653 0,'0'0'0,"124"-18"32,123-105-17,-18 35 1,-141 88 15</inkml:trace>
  <inkml:trace contextRef="#ctx0" brushRef="#br0" timeOffset="27182.71">15381 14588 0,'-35'-18'16,"105"-70"15,89 35-16,-35 18 1,-36-1 0,-53 36-1,-35-35-15,35 35 0,1 0 47,-36 18-31</inkml:trace>
  <inkml:trace contextRef="#ctx0" brushRef="#br0" timeOffset="30323.97">15293 12206 0,'0'-17'16,"53"-18"-1,17-18-15,1 53 16,105-36-1,-105 36-15,-18 0 16,17 18 0,-70 17-16,53 18 0,-53 35 15,0 18 1,0 35-16,-35 36 0,35-1 16,-53 18-16,53-18 15,0-34-15,0-37 16,0-16-16,53-36 15,-18-18-15,1 18 16,-1-53-16,0 0 16,0 35-16,1-35 15,34-53 1,-35 18 0,-140 194 46,193 158-46,0-193-1,0-1-15,124 142 16,-18 158 0,-141-264-1,-53-71 16,-18-88-31,-17 53 16,-53-53 0,17 0-16,18 0 0,0 0 15,18 0-15,0 0 16,0 0 0,52 0 30</inkml:trace>
  <inkml:trace contextRef="#ctx0" brushRef="#br0" timeOffset="30608.93">17216 14447 0,'0'0'0,"229"-106"62,159-71-46,-265 107-1,1-18-15,-36 52 16,-35 1-16,-18 35 16,-35-35-16</inkml:trace>
  <inkml:trace contextRef="#ctx0" brushRef="#br0" timeOffset="31149.98">17357 15381 0</inkml:trace>
  <inkml:trace contextRef="#ctx0" brushRef="#br0" timeOffset="36133.85">15681 15346 0,'-18'0'31,"18"-17"-15,18 17-16,17-36 15,18 36-15,0-35 16,35 35-16,-17 0 16,88-35-1</inkml:trace>
  <inkml:trace contextRef="#ctx0" brushRef="#br0" timeOffset="36892.83">15946 16052 0,'-36'0'531</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05:59.382"/>
    </inkml:context>
    <inkml:brush xml:id="br0">
      <inkml:brushProperty name="width" value="0.05292" units="cm"/>
      <inkml:brushProperty name="height" value="0.05292" units="cm"/>
      <inkml:brushProperty name="color" value="#FF0000"/>
    </inkml:brush>
  </inkml:definitions>
  <inkml:trace contextRef="#ctx0" brushRef="#br0">12488 7709 0,'0'0'0,"71"35"94,-18-35-78,176 35-1,159-35 1,177-35 0,-283 35-16,247-53 15,-335 0 1,-53 53-16,-35 0 15,0 0-15,-36-35 16,-17 35-16,-17 0 16,-1 0-16,0 0 15,-141 0 32,36 0-31</inkml:trace>
  <inkml:trace contextRef="#ctx0" brushRef="#br0" timeOffset="365.71">13000 8308 0,'0'0'16,"18"0"15,140 0-15,19-35-1,299-53-15,53 35 31,-282 53-31,-18-53 16,18 53 0,-106-35-1,-105 35-15,-1 0 32,-53 0-17,-52 0-15</inkml:trace>
  <inkml:trace contextRef="#ctx0" brushRef="#br0" timeOffset="3006.66">12965 9331 0,'-53'-35'2344,"53"0"-2344</inkml:trace>
  <inkml:trace contextRef="#ctx0" brushRef="#br0" timeOffset="4305.67">16810 7850 0,'0'0'0,"0"88"63,0 53-47,0-35-16,0-18 15,0-35-15,0 0 16,0-18-16,0 36 31,0-36-31,35-35 16</inkml:trace>
  <inkml:trace contextRef="#ctx0" brushRef="#br0" timeOffset="4528.13">17110 8220 0,'0'0'0,"88"0"63,-35 0-48,53-35 16,-36-1-15,-35 36-16</inkml:trace>
  <inkml:trace contextRef="#ctx0" brushRef="#br0" timeOffset="4922.87">17657 7903 0,'0'0'0,"0"-36"31,35 36 32,0 0-48,36 0 1,-36 0-16,71 0 31,-106 106 16,0-18-31,0-17-16,0 17 15,0 18 1,0-71-16,0 36 15,0-36 1,35 18 0</inkml:trace>
  <inkml:trace contextRef="#ctx0" brushRef="#br0" timeOffset="5422.66">18609 7797 0,'0'88'31,"-35"35"-15,35-17-16,0 0 15,0-35-15,-53 17 16,53-35-16,0 17 0,0-34 15,-35-1 1,35-229 31,52-124-31,1-70-1,0 300 1,-53 53-1,36 35 1,-36 17 0,52 72-1,19 87 1,-36-88-16,-35 36 16,36-19-1,-36-52 1,0 18-1,0-36 1</inkml:trace>
  <inkml:trace contextRef="#ctx0" brushRef="#br0" timeOffset="5823.75">18609 8132 0,'0'-35'0,"18"-1"32,123 1-17,-88 35-15,35-35 0,0 35 16,88-106 0,-87 53-1,-36 0-15,-18 18 0,-35 0 31,-18 35-15,-17 0 0,0 35-1,35 18-15,0 0 16,0 35 0,0-18-16,0 19 0,0 69 15,0-87 1,0-1-16,0-17 15,0-17-15,0-1 16,-36 18 0,1-18-1</inkml:trace>
  <inkml:trace contextRef="#ctx0" brushRef="#br0" timeOffset="6850.05">19403 8026 0,'0'0'0,"35"-35"15,0 35 1,1 0 0,-36 17-1,35 19-15,-35-1 16,0 0-16,0 0 15,-18-35-15,18 53 16,-53-53-16,0 36 16,36-36 15,70 0 0,123-124-15,-105 54-1,-18 34 1,-1-34-16,-52 52 31,-17 18 1,-18 71-17,35-36 1,0-17 15,35-18-15,0 0-1,-35 35 1,0 0 0,0 36-1,-18-18 1,18 0-1,0-18 1,36-35 0,-1 0-1,0 0 1,1-18-16,52-70 16,-53 35-1,0-17-15,-35 34 0,36 36 16,-36-17-1,-18 52 32,18 35-31,0-34-16,18 34 31,35-52-15,-18-18-16,18 0 0,0 0 15,17-18 1,1-52-16,-36-18 16,53-230-1,-88 159 1,0 124 0,-17 0-1,-19 35 1,-17 88-1,18-35 1,35 88 0,0-35-1,0-71-15,0 0 16,0 1-16,0-1 16,0 0-16</inkml:trace>
  <inkml:trace contextRef="#ctx0" brushRef="#br0" timeOffset="7072.77">20179 7585 0,'-35'0'31,"70"0"-31,-70 35 47,35 1-47</inkml:trace>
  <inkml:trace contextRef="#ctx0" brushRef="#br0" timeOffset="8962.91">16369 9314 0</inkml:trace>
  <inkml:trace contextRef="#ctx0" brushRef="#br0" timeOffset="9756.08">16157 9367 0,'0'-36'15,"53"19"32,-18 17-31,18-53-16,71 53 15,-89 17 1,-35 19 0,0 52-1,-70-53 1,-89 89-1,106-89 1,123-35 31,-17 0-31,18 0-16,-1 0 15,-17 0-15,-17 0 16,-36 35-16,0 0 31,-71 1-15,-70 34-1,17-70 1,124 36-16,-52-36 16,52-36 15</inkml:trace>
  <inkml:trace contextRef="#ctx0" brushRef="#br0" timeOffset="9989.66">16739 9331 0,'0'0'0,"0"53"62,36 71-46,-36-71-1,0-18-15,0 0 16,0 0-16,0 18 16</inkml:trace>
  <inkml:trace contextRef="#ctx0" brushRef="#br0" timeOffset="11608.09">12859 9367 0,'0'123'46,"0"-52"-30,0-18-16,0-18 16,0 18-1,0-18 1,0-70 31,0-106-16,0 35-31,0 0 0,0-70 31,35 140-15,18 36 0,70 53-1,-123-18 1,36 1-16,-36-1 0,0 18 15,0 17 1,-53-34-16,18-1 16,-1 0-16,1-35 0,35 36 15,-35-36-15,176-18 63,35 53-32,-123 53-31,-53-35 16,35-17-1,-35-1-15,0 0 16,0 0-16,-35-35 0,0 53 16,-71 0-1,53-53-15,0 0 16,-17-88 15,70 70-31,0-17 16,35 35-16,0 0 15,0-53 1,18 53-16,18 0 0,-18-35 16,35 35-1,71-35-15,-71-36 16,0 36-16,-35-18 15,-18 18 1,1-1 0,-89 1 15,-18 35-15,71 18-16,-53-18 15,53 88 1,-35-53-16,35 1 15,0-1-15,35 35 16,36-34 0,-36-36-1,36 0-15,34-36 16,19-34 0,-89-36-1,36-53 1,-71 0-1,-18 54 1,18 228 47,0 124-48,18 265 16,70-318 1,35-194-1,-70-159-15,-53 106-1,0-88-15,-194 0 31,141 141-31,-35-53 32,106-953 15,52 2029-32</inkml:trace>
  <inkml:trace contextRef="#ctx0" brushRef="#br0" timeOffset="12523.83">14482 9437 0,'35'-53'15,"-176"265"-15,282-353 63,-159 247-48,1-230-15,34 283 16,-17-124-16,18-35 16,-18 53-16,70-53 15,-34 53-15,34-53 16,-17 0-16,0 0 16,53-71-1,-71 36-15,-35 0 16,35-106-1,-105 35 1,-1 71 0,36-1-16,-18 36 31,18 18-15,35 70-1,17-17 1,36-36-1,53-35 17,-71 0-32,1-18 15,34-35 1,-17 18-16,-35 0 16,-18 0-1,0 70 48,0 0-48,35 18 1,0 0 0,-35-35-1,36-18-15,-36 35 16,70 0 15,-17-35 0,-18 0-31,1 0 16,123-176 15,-159 158-31,0-17 16,-18 0 15,-17 35-31,35 17 31,-36 19-31,36 34 16,0-35 0,36-35-16,-36 53 15,70-53-15,-35 0 0,1 0 16,193 36-1</inkml:trace>
  <inkml:trace contextRef="#ctx0" brushRef="#br0" timeOffset="13700.96">17127 9225 0,'36'36'47,"-1"87"-31,-35-70 0,35 0-16,-35-18 15,53 36 16,-53-124 16,-35-53-31,35 18-16,0 17 16,0 18-16,0 18 15,53 70 32,17 36-31,-34-18-16,-1-18 15,0-35 1,0 35-16,71-70 47,-106-53-32,0 0 1,0 35-16,36-18 16,-36 54-16,52 140 62,-16-17-46,-1-53-16,-35-18 15,35 36 1,-35-1 0,71-70-16,35 0 31</inkml:trace>
  <inkml:trace contextRef="#ctx0" brushRef="#br0" timeOffset="14378.26">18239 9367 0,'0'-71'16,"0"142"-16,0-160 16,-18 89-16,-35 0 31,0 53-15,0-17-16,53 34 15,0-17 1,18-53-1,70 0 17,-17-18-17,-36-70 1,-35 71-16,0-19 16,18 36-16,-18-35 15,0 70 48,52 18-48,-16-18 1,52-35 0,-53 0-16,0 0 0,18-17 31,-17-71-16,-36 52 1,35 72 62,53 87-47,-35-123-31,-53 35 16,35 1 0,-35-1 15,36-35-15,-1 0-1</inkml:trace>
  <inkml:trace contextRef="#ctx0" brushRef="#br0" timeOffset="15106.59">19209 9331 0,'0'0'0,"-18"0"78,18 18-62,-35 17-16,35 18 16,0-18-1,35-35 1,53 36 0,-35-36-16,0 0 15,18-36-15,-36 1 16,0 0-16,-35-36 15,71-140 1,-71 158 0,0 0-16,0 18 15,0-1 1,-35 124 15,35 36-15,0-54 15,17-52-15,-17 17-16,35-35 31,1-35 16,-1 35-32,36 0-15,-19-988 32,1 2047-17,36-1024 1,-19-35-16,-17 0 16,-18 0-16,1 0 15,34-18 1,18-17 15,-52 0 0,-36-1-15,-194-16 0</inkml:trace>
  <inkml:trace contextRef="#ctx0" brushRef="#br0" timeOffset="16359.52">17903 10125 0,'0'0'0</inkml:trace>
  <inkml:trace contextRef="#ctx0" brushRef="#br0" timeOffset="18439.88">20990 8732 0,'0'0'0,"36"0"47,-54-18-16,-17 18-31,-1-35 0,-105 35 16,71-36 0,-54 36-16,18 0 15,-17-53-15,17 53 16,0 0-16,-53-52 0,18 52 16,36-36-1,-54 36-15,-18-53 0,-34 53 16,17-53-16,17 53 15,1 0-15,0 0 16,17-52-16,18 52 16,35 0-16,0 0 15,0 0-15,-441 0 32,406 0-32,-211 0 15,-160 35 1,265-35 15,141 0-31,-264 35 31,229-35-31,-18 53 16,-17-53-16,-19 88 0,19-35 16,35-53-16,-35 106 15,-18-36 1,35 1-1,35-71-15,19 35 16,-1-35-16,-106 53 16,-17 18-1,52-1 1,19-34 0,87-36-1,-264 53 1,264-18-1,-17-35-15,18 0 16,-19 70-16,1-70 16,35 36-16,0-36 15,-17 53-15,17-1 16,0-16-16,0-1 16,18 18-16,35 18 15,-35-19-15,35 1 16,52 177-1,54-54 1,106-35 0,52-88-1,460 0 1,-89-176 0,0 52-1,35-17 1,0 0 15,-299 35-31,299 0 16,-17 53-1,-89 0 1,-70-53 0,-247 53-16,-18-71 0,18 71 15,-35-53 1,-36 53-16,53-53 0,-52 53 15,123-52 1,-194 52-16,17-36 16,247-52-1,-140 17 1,-124 36 0,-71 0-1,-35 0 16,0-1 1,-53-17-32,0 53 0,0-70 15,-70 70-15,34-35 16,-16 35 0,16-53-16,19 53 15,-1-36-15,-17 36 16,35-35-1,0 35 1,0 0 0,0 18-16,1-18 15</inkml:trace>
  <inkml:trace contextRef="#ctx0" brushRef="#br0" timeOffset="19921.87">21272 9296 0,'142'0'63,"263"-71"-48,-105 19 1,-71-1-1,-176 53-15,-17-53 16,-36-18 31,-53 71-47,-18 0 0,18 0 16,-35-53-16,35 53 15,18-1005-15,211 2169 63,-17-1041-48,-124-52-15,1-18 0,-36-18 16,0 53 0,0-52-16,0-1 15,-71 36 1,0-71-1,36 35 1</inkml:trace>
  <inkml:trace contextRef="#ctx0" brushRef="#br0" timeOffset="20930.23">23530 9014 0,'-53'0'31,"18"70"-15,0-34-16,35 17 15,-53 17-15,53-52 16,0 17-16,0 36 15,18-71 1,-18 35-16,88-35 16,-53 0-16,18 0 0,0-18 15,17-17-15,-17-18 16,-17 18 0,-36-1-16,0 1 0,0-18 15,-36-35 1,1 53-16,-36-18 15,36 53-15,0-35 16,0 35-16,-1 0 16,107 0 31,105 0-32,-123 0-15,18 0 16,-18 0-16,-18 17 15,0 54 1,-35-36-16,0 53 16,0-17-1,0-36 1,0 18 0,0-18-1,141-35 16,-52-70-31,-37-36 32,-16 35-32,-36 18 0,0 18 31,0 0-15,35 88 15,-35 17-16,53-34-15,-53-1 16,35-35-16,-35 53 16,71-53-16,-18 0 15,-18 0 1,36-35 0,-71-1-16,52-17 15,-52 18-15,0-18 16,36 0-16,-36-35 15,0 17-15,0-17 0,0 18 16,0 34-16,-18 36 16,18 89 31,35-1-32,-35 53 1,36-18-1,-36-87 1,35-1 0</inkml:trace>
  <inkml:trace contextRef="#ctx0" brushRef="#br0" timeOffset="21420.97">24553 8820 0,'71'0'31,"17"-53"-15,18 53-1,106-71-15,70-52 31,-282 88 1,-88 35-17,-54 52 1,54 1 0,88-17-1,0-1-15,0 0 16,0 0-16,53 1 15,-18-36-15,36 70 16,-36-70-16,1 36 16,-36-1 15,-71 0-15,18-35-16,-17 35 15,52-35-15,-17 0 16,-1 36-1</inkml:trace>
  <inkml:trace contextRef="#ctx0" brushRef="#br0" timeOffset="21656.27">25506 8432 0,'0'0'15,"35"70"32,0 18-31,-35 71 0,36-53-1,-36-53-15,0-18 16,35-35-16,-35 36 15,-18-36 1</inkml:trace>
  <inkml:trace contextRef="#ctx0" brushRef="#br0" timeOffset="23008.26">25400 8767 0,'0'0'0,"0"-35"31,35 35-31,18-36 16,35 36-16,142-53 15,-72 18 1,-105 35 0,36 0-1,-107 0 16,-106 0-15,54 35-16,35 36 16,-1-1-1,36 1 1,36-18 0,34-53-1,-17 0 1,-18-35-16,54-54 15,-37 19 1,-16-1 15,-36 36-15,0 123 31,0-17-32,35-71-15,-35 53 16,106-18 0,-71-35-1,18-18 1,-18-70-16,1 0 16,-36-18-1,0 71 1,0 0-1,0 70 32,35 88-31,18-52 0,-53-36-1,17-35-15,36-17 63,-17-142-32,-1 124 0,88 105 0,1 36 1,-71-106-17,35 0 1,-17-35 0,-19 35-16,-52-53 15,53 0-15,-53 35 16,0-17-1,0-36-15,-53 54 32,1 17-17,-19 0 1,71 35-16,-35 0 16,35 1-16,0 16 15,0 19 1,17-36-1,72-35 1,-1-17 0,-53 17-16,-35-89 15,106-69 1,-106-1 0,0-53-1,0 142-15,0 34 16,-18 36 15,18 53-15,0 36-1,0-19-15,0 1 16,18-18-16,35 35 16,0-53-1,-36-35-15,36 53 0,-18-53 16</inkml:trace>
  <inkml:trace contextRef="#ctx0" brushRef="#br0" timeOffset="23674.18">27869 8255 0,'0'-35'16,"0"70"-16,0-105 16,36 176 30,-36-71-30,35 0 0,0 18-1,1-53-15,-36 35 16,141-52 0,-71-36-1,-34 18 1,-1-18-16,18 0 15,-53 17 1,53 1 0,-18 35-1,-35 18 1,35 17 0,-35 18-16,35-53 15,18 35 1,-17-35-16,17 0 15,17 0 1,71-53-16,-88 53 16,18-158-1,-36 105 1,-35 0 0,-18 0-1,-17 53 1,0 0-16,-1 35 15,-16 53 1,16 36 15,36-71-31,0 105 16,0 1 0,0-71-16,0-35 15,-88 71 1,-18-89-1,36 0-15,34-35 16,1 0-16,-18 0 16,18 0-16</inkml:trace>
  <inkml:trace contextRef="#ctx0" brushRef="#br0" timeOffset="23878.47">28063 7867 0,'0'0'0,"0"18"47,18 123-31</inkml:trace>
  <inkml:trace contextRef="#ctx0" brushRef="#br0" timeOffset="24088.58">28187 9384 0,'0'0'0,"53"-17"16,0 17-1,35-71-15,35 18 16,124-35 0,-53 35-1,-105 18 1,-54-1-16</inkml:trace>
  <inkml:trace contextRef="#ctx0" brushRef="#br0" timeOffset="24273.49">29104 9067 0,'0'-18'0,"-53"-17"31,-35 0-16</inkml:trace>
  <inkml:trace contextRef="#ctx0" brushRef="#br0" timeOffset="43416.18">13917 12700 0,'35'36'31,"-70"-72"-31,899 72 32,-511-36-32,0-71 0,247 18 15,-353 53 1,-71 0 0,53-35-1,-193 35 16,-54 17-15,-17-17-16</inkml:trace>
  <inkml:trace contextRef="#ctx0" brushRef="#br0" timeOffset="47851.82">7126 13159 0,'0'0'16,"229"0"31,89 0-32,-106 0-15,52-53 16,495-123 15,-495 140-15,-228 36 0,-142 53-16</inkml:trace>
  <inkml:trace contextRef="#ctx0" brushRef="#br0" timeOffset="48137.15">8114 13229 0,'-18'124'31,"18"158"-15,0-141 0,0-35-1,18 71 1,52-89-16,-70-35 16,36 70-1,-36-88-15,0 1 16</inkml:trace>
  <inkml:trace contextRef="#ctx0" brushRef="#br0" timeOffset="48545.68">7655 14464 0,'88'71'32,"-52"-36"-32,-1 0 15,0 1-15,1-1 16,34 0-16,-35-35 16,1 35-16,-1-35 15,0 0-15,1-17 16,-1-36-16,35-35 15,1-36-15,-1 1 0,-17-1 16,-53 18 0,36 18-16,-36 53 15,-18 35 1,-35 71-16,53-19 16,-70 19-16,70 52 15,0-34 1,0-19-16,0 18 15,0 89 1,-36-142 0</inkml:trace>
  <inkml:trace contextRef="#ctx0" brushRef="#br0" timeOffset="50038.28">7320 15769 0,'0'0'0,"0"-52"15,-35-1 1,35 17 0,0 1 327,0 70-171,17 230-140,-17-53-32,53 70 46,-53-247-14,0-141 15,-35-35-32,-18 53-15,53-18 16,-88-17-16,88 34 15,-35 1 1,35 53 0,53 106 15,35 17-15,-53-18-1,0-17-15,-35-17 16,71-1-16,-36-1005 15,1 1887 32,-36-1076-31,0 71-16,0 17 16,35-17-16,-35 18 15,0 34 1,35 54-1,18 105 1,-18-34-16,-35-1 16,36 0-16,-36 18 15,52-18 1,-52-35-16,36 0 0,-36 0 16,0-18-1,35 0-15,-35 36 16,35-71-16,1 0 15</inkml:trace>
  <inkml:trace contextRef="#ctx0" brushRef="#br0" timeOffset="50811.71">8149 15805 0,'0'-36'15,"0"-16"1,0 140-16,-17-212 0,-54 124 31,0 0-15,1 36-16,70-1 15,0 177 1,0-89 0,88-88-1,-88 18 1,53-53-16,0 0 15,0-53 17,0 18-32,-53 0 15,0-36 1,0 36-16,-36 0 16,19-1-1,17 54 16,17 141-15,-17-124 0,53-35-16,-53 53 0,53-53 15,-17 0 1,-1 0-16,35 0 16,-34-53-1,-36 35-15,53-35 0,-53 1 16,52-1-16,-52-71 15,0 36 1,-35 53 0,18 35-1,-19 0 1,1 0 0,35 70-1,0-35-15,0 1 16,35-36-16,1 53 15,87 17 1,-70-70-16,-18 36 16,1-1-16,-36 35 62,35-34-31,88-36 1,-52-53-17,-71 35-15</inkml:trace>
  <inkml:trace contextRef="#ctx0" brushRef="#br0" timeOffset="51418.17">9137 15628 0,'0'0'16,"-35"-70"-1,17 70 1,-17 0-16,-36 88 31,36 71-15,35-89 0,35-17-16,-35-17 15,88-36-15,-52 52 16,-1-52-16,0 0 15,1 0-15,16-35 0,72-88 32,-71 34-32,-53-316 15,0 264 1,0 35 0,-106 18-1,106 105 16,71 230-15,17-123 0,-53-36-16,0 0 0,18-35 15,-18-18-15,1-35 16,-1 71 0,0-159 15,-35-18-16,36 71 1,-36-1-16,105 36 31,-69 0-31,-1 0 16,71 18 0,-71 35-16,18-53 15,0 70-15,17-70 0,54 0 31,141 0-15,-107-35-16</inkml:trace>
  <inkml:trace contextRef="#ctx0" brushRef="#br0" timeOffset="51694.91">13847 13388 0,'35'0'31</inkml:trace>
  <inkml:trace contextRef="#ctx0" brushRef="#br0" timeOffset="52853.84">14958 13124 0,'0'0'0,"35"17"47,18 124-31,-53-35-16,53 88 15,-53-53 1,0 0-16,0 36 0,0-71 16,0-18-16,0-35 15,0 0-15,0 0 32,18-53-32</inkml:trace>
  <inkml:trace contextRef="#ctx0" brushRef="#br0" timeOffset="53986.97">15099 13229 0,'0'-52'16,"-35"16"0,176 36 15,53 71-16,-124-1 1,-34 72 0,-36-90-16,0 1 15,-53 18-15,0-18 16,0-18-16,-35 18 0,35-53 16,17 35-16,36-88 46,89 0-30,-1-17-16,0-1 16,18-17-16,-18-18 15,177-176 1,-265 229 0,0 18-16,0-18 15,-89 53-15,1 0 16,35 0-16,0 53 15,18 35 1,35-53 0,18 1-1,17-1-15,36 0 0,-18 0 16,17-35 0,36 71-16,-106-36 15,53-35 1,-53 36-16,0-19 15,0 19 1,0-1 0,0 0-1,0 18-15,35-18 32,53-35-17,-35 0-15,0 0 16,18 0-16,35-70 15,-36 17 1,-35 0-16,36-141 31,-71 159-31,0-1 16,-18 36-16,18-35 16,-53 35-16,18 0 15,-35 35 1,70 36-16,0-36 15,0 18-15,0-18 16,17 1 0,-17-1-16,71-35 0,-36 35 15,0-35-15,1 0 16,16 0-16,1 0 16,-17-35-1,-1 0-15,-35-1 0,53-87 16,-53 52-1,0 1-15,-35-54 16,35 89-16,-36 35 16,36-35-1,0 52 17,0 283-17,71-141-15,-71 17 16,53 195-1,-53-195-15,53-17 16,-53-53-16,0 0 16,0-36-16,0 1 15,-18 17 1,18-106 15</inkml:trace>
  <inkml:trace contextRef="#ctx0" brushRef="#br0" timeOffset="54308.58">16951 13459 0,'106'-35'16,"-71"-18"-1,36 53 1,-36 0-16,0 53 16,0-18-16,-35 0 15,0 71 1,-52-71 0,16-35-16,1 0 15,0 0 1,-1 0-16,1 0 15,-18 0-15,106-17 47</inkml:trace>
  <inkml:trace contextRef="#ctx0" brushRef="#br0" timeOffset="55337.34">17604 13318 0,'0'0'15,"35"0"-15,-35-36 16,0 19 0,-18 17-16,-17 0 15,-71 70 1,71 1 0,0 17-1,35-53 1,0 1-1,17-36-15,36 0 16,-18 0 0,1 0-16,-1-36 15,0 1-15,-35-35 16,53 17-16,-53 17 0,53 1 31,-53 141 16,0-71-31,18-35-16,-18 53 15,35-53-15,36 0 16,-19 0 0,-16-18-1,34-17 1,-70 0-16,36-18 0,-36-159 47,0 318 0,35 0-32,0-18 1,36-35-1,17 0-15,-35-53 16,0 0-16,0 0 16,17 0-16,-17-18 0,-18-17 15,1-35 1,-36-36 0,0 35-16,-18 18 15,-88-17 1,71 70-1,-18 0 1,53 17-16,-53 19 16,53 16-16,0 1 15,0 0-15,0-17 16,0-1-16,53-35 16,-53 35-16,53-35 15,0 0 1,-18-35-1,-35 0-15,0-1 16,0 1-16,0-18 16,0-106-16,0 71 15,0 18-15,-18-1 16,18 124 31,18 212-16,17-142 0,-35-52-15</inkml:trace>
  <inkml:trace contextRef="#ctx0" brushRef="#br0" timeOffset="55536.47">17674 12489 0,'0'0'16,"0"-36"-16,-35 36 15,53 89 1,52 52-1,18-18 1</inkml:trace>
  <inkml:trace contextRef="#ctx0" brushRef="#br0" timeOffset="55748.15">18486 14482 0,'35'0'16,"0"-35"-16,-105 70 0,175-70 16,-34-36-16,-18 71 15,141-53-15,-71 0 16,-17 53-16,18-53 16,-54 53-1,18 0-15,-35 0 0,-17-35 16</inkml:trace>
  <inkml:trace contextRef="#ctx0" brushRef="#br0" timeOffset="59263.84">19385 13547 0,'0'-35'0</inkml:trace>
  <inkml:trace contextRef="#ctx0" brushRef="#br0" timeOffset="59387.36">19385 13476 0,'0'0'0,"0"-35"16,0 0 0,0 0-1,0-1 1</inkml:trace>
  <inkml:trace contextRef="#ctx0" brushRef="#br0" timeOffset="59753.42">19262 13194 0,'0'0'0,"53"0"32,52 88-17,19 54 1,17 16-1,-88-87-15,17-18 0,-34-18 16,-1 0 0,18 36-16,-18-71 15,0 0 17,-35-53-17,0-35 1</inkml:trace>
  <inkml:trace contextRef="#ctx0" brushRef="#br0" timeOffset="59970.7">19879 13265 0,'-35'0'32,"-53"53"-17,35 0-15,17 35 16,-140 141-1,-18 18 1,88-123-16,36 34 16,-19-34-16,36-36 15,-35 88 1,35-105 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08:11.066"/>
    </inkml:context>
    <inkml:brush xml:id="br0">
      <inkml:brushProperty name="width" value="0.05292" units="cm"/>
      <inkml:brushProperty name="height" value="0.05292" units="cm"/>
      <inkml:brushProperty name="color" value="#FF0000"/>
    </inkml:brush>
  </inkml:definitions>
  <inkml:trace contextRef="#ctx0" brushRef="#br0">15416 1729 0,'0'0'16,"36"-88"31,-36 17-32,0 18 1,35 18 0,-88 53 31,-35 17-16,141 18 0,70-53-15,653 0-1,-229 0 1,-353 0 0,-53 0-16,-211 0 62,-1 0-46</inkml:trace>
  <inkml:trace contextRef="#ctx0" brushRef="#br0" timeOffset="982.78">19015 1976 0,'0'0'0,"0"-18"31,70 18-15,18-53-16,18 53 15,512 0 1,34 0-1,89 0 1,-123-70 0,-495 17-1,124 18 1,-212 35 0,0 0 15,-211 0 0,0 0-31</inkml:trace>
  <inkml:trace contextRef="#ctx0" brushRef="#br0" timeOffset="6132.96">13476 2893 0,'-70'0'31,"158"0"0,194-35-15,-70 35-16,88-124 0,-18 71 15,194-52 1,-159 52 0,-228 53-16,-1 0 15,-88 17 48</inkml:trace>
  <inkml:trace contextRef="#ctx0" brushRef="#br0" timeOffset="9166.62">16739 3281 0,'18'0'1359,"35"0"-1343</inkml:trace>
  <inkml:trace contextRef="#ctx0" brushRef="#br0" timeOffset="12648.72">14429 9314 0,'53'17'31,"-53"19"-15,35-36 0,18 0-1,70-1094 16,248 1747-15,-19-883 0,-34 19-1,-230 140-15,-35 36 16,18 0-16,-54 35 16,-17-36-1,0 54 63</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12:14.037"/>
    </inkml:context>
    <inkml:brush xml:id="br0">
      <inkml:brushProperty name="width" value="0.05292" units="cm"/>
      <inkml:brushProperty name="height" value="0.05292" units="cm"/>
      <inkml:brushProperty name="color" value="#FF0000"/>
    </inkml:brush>
  </inkml:definitions>
  <inkml:trace contextRef="#ctx0" brushRef="#br0">16404 8485 0,'-17'-36'16,"34"72"-1,-34 87 32,17 106-31,0-52 0,70-36-1,1-88 1,-36-53-16,18 0 15,70-35-15,-70-18 16,35-177 15,-88 107-15,-17 88 0,17 105 30,0 1-30</inkml:trace>
  <inkml:trace contextRef="#ctx0" brushRef="#br0" timeOffset="407.51">16951 8890 0,'0'0'15,"71"-88"1,52 53 15,-52 52-15,-36 36-16,-35-35 15,35 35-15,-35-35 0,0 52 16,0-35 0,0 1-16,0-19 31,0-175 31,106 16-30,0 178-1,-18 140 0,-88-141-31,0 1 16,0-1-16,35 0 15</inkml:trace>
  <inkml:trace contextRef="#ctx0" brushRef="#br0" timeOffset="2463.37">18009 8996 0,'0'-35'31,"0"70"-31,36-70 0,-36 0 16,53-1 0,-53-34-1,35 70-15,-35-53 0,0 18 16,0-1-1,0 1 1,-71 35 0,18 35-16,18 1 0,-18-1 15,53 0-15,-35 0 16,35 1-16,0-1 16,0 0-16,17 1 15,-17-1-15,71-35 16,-36 35-16,1-35 0,34 0 31,212-106 0,-141 18-15,-105 53-16,-36-36 16,0 36-16,0 0 15,-18 35 1,-35 0-1,-35 53 17,88-18-32,0 0 15,0 0-15,0 18 16,18-17 15,-1-54-15,54 18-16,-71-53 15,35 53 1,-35-53-16,0 0 16,-18 53-1,-17 0 1,35 71 15,0-18-15,18-18-1,35-35 1,-18 0-16,0 0 16,18-18-16,-18 18 15,1-70-15,34 17 16,-70-18 0,0 36-16,0 0 15,-17 35-15,17-53 16,-36 53-16,1 0 31,0 0-15,35 35-16,0 0 15,35 18 1,36 0 0,17-18-1,-35-35 1,-53 71 46,0-36-46,0 18 0,35-17-1,36-36 1,17 0-1,-35-18 1,-18-88 0,-35 18-1,0 53-15,0-1 16,0 1 0,0 123 46,53 18-31,-18-71-15,-35-70 31,0-36-32,0-17 1,53 53 0,18 0-16,17 70 31,-88 36-15,35-19-1,0-16 1,71 17-1,-53-53 17,0-36-32,35-34 15,-88 35-15,71-36 16,-71 18-16,0 18 16,0 0-16,-18-1 15,-70 36 1,53 0-1,-18 18 1,53 70 0,-35-53-16,35 1 15,0-1-15,70 18 16,-35-53 0,89 35-1,-54-35-15,19 0 16,193-106 15,-212-17 0,-105 88-31,17 35 16,-52 0 0,-1 35-1,36 0 1,35 36-16,0 17 31,53-88-15,-18 0-16,1-18 15,34-17-15,-17 0 16,35-142 0,-88 19-1,-35 16 1,0 142-1,-1 89 32,36 69-31,0-69-16,0-19 16,18 1-16,-18-54 0,35 36 15</inkml:trace>
  <inkml:trace contextRef="#ctx0" brushRef="#br0" timeOffset="2849.02">19315 9543 0,'0'35'31,"88"-35"-16,317-70 1,72-54 0,-266 71-16,19 0 15,-89 0-15,18 1 16,-54 52-16,-16-53 16,-54 53-1</inkml:trace>
  <inkml:trace contextRef="#ctx0" brushRef="#br0" timeOffset="4666.72">23354 8538 0,'0'-18'31,"0"88"32,-35 160-32,35-142 16,0-53-32</inkml:trace>
  <inkml:trace contextRef="#ctx0" brushRef="#br0" timeOffset="5183.71">23142 8520 0,'-35'0'0,"35"-35"16,247-36 46,-177 71-46,1 0-16,-18 0 0,0 0 16,-53 18-1,0 17-15,0 0 16,-35 1-16</inkml:trace>
  <inkml:trace contextRef="#ctx0" brushRef="#br0" timeOffset="5399.56">23125 9190 0,'53'0'32,"52"0"-17,-16 0 1,-37-17-1,72 17-15,-54-36 32,1-17-32</inkml:trace>
  <inkml:trace contextRef="#ctx0" brushRef="#br0" timeOffset="5950.31">24377 8820 0,'0'0'0,"88"0"31,124 0 0,-106 0-31,52-53 16,-52 53-16,0 0 16,-35-35-16,-36 35 0,0-36 15,-35-34 16,-106 70-15,18-36 0,229 107 46,-88-36-46,18 18-16,-54-53 15,-17 71-15,0-36 0,53 0 16,-53 1-16,-35 34 31,-53-17-31,35-53 16,-53 53 0,71 0-16</inkml:trace>
  <inkml:trace contextRef="#ctx0" brushRef="#br0" timeOffset="8632.7">27146 8679 0,'0'0'0,"0"-36"15,18 36 17,-18 177 15,0-107-32,-35 1-15,35-18 16,0 0-16,-36 35 15</inkml:trace>
  <inkml:trace contextRef="#ctx0" brushRef="#br0" timeOffset="8992.43">27058 8643 0,'0'0'0,"0"-105"15,35 16-15,-35 19 16,53 35-16,-17 35 15,52 0 1,-35 0 0,-18 52-16,18 19 15,-53 0 1,-18-36 0,-17 0-16,0-35 15,-124 88 1,124-88-1,35 36 1,88-1 15,141 106-15,-141-70 0,-17-19-1,-36-16 1</inkml:trace>
  <inkml:trace contextRef="#ctx0" brushRef="#br0" timeOffset="9654.69">27817 8679 0,'0'-36'0,"-18"107"47,-17-18-32,35 70 1,0-70 0,17 18-1,36-71-15,35-35 31,-52-36-15,-36 36-16,0-1 16,0 1-16,-36 0 15,-34-53 1,70 52 0,17 36 15,36 0-16,36 0-15,-19 0 16,54 0 15,-71 53-31,-53 0 32,0 53-17,0-35 1,35-36-1,18-35 1,53 0 0,-54-88-1,-52 35 1,0 17 0,-17-16-16,17 34 0,-53-35 15,18 53 1,-18-53-16,17 53 15,19 0 1,-54 106 15</inkml:trace>
  <inkml:trace contextRef="#ctx0" brushRef="#br0" timeOffset="10983.47">28469 8732 0,'0'-36'16,"18"1"-1,17 35 1,36 0 0,17 35-1,-88 18 1,35-18-1,-35 1 1,0-1 15,0-88 16,35-17-31,36-1-1,-18 36 1,-18 35 0,0 53-1,1-18-15,-36 0 16,35 36 0,0-36-1,1-35 1,52-18-1,-35-17 1,-18-18 15,0 53 1,-17 0-17,88 0 1,0 0-1</inkml:trace>
  <inkml:trace contextRef="#ctx0" brushRef="#br0" timeOffset="11838.15">23089 9913 0,'0'0'0,"36"106"47,-36-35-31,0-18-16,0 0 15,35 17-15,-35-35 16,0 1 0,70-54 15</inkml:trace>
  <inkml:trace contextRef="#ctx0" brushRef="#br0" timeOffset="12016.83">23336 9843 0,'0'0'0,"0"88"47,0 35-31,53-70-16,-53-17 15,35 52 1,-35-18 0</inkml:trace>
  <inkml:trace contextRef="#ctx0" brushRef="#br0" timeOffset="12200.29">22789 9702 0,'0'0'0,"71"0"31,123 17-15,-53 54 0,-106-36-16,-35 0 0</inkml:trace>
  <inkml:trace contextRef="#ctx0" brushRef="#br0" timeOffset="12382.81">22913 10354 0,'53'36'32,"106"-36"-17,-54 0 1,37-36-16,404-69 15,-281 34 1</inkml:trace>
  <inkml:trace contextRef="#ctx0" brushRef="#br0" timeOffset="12827.99">24642 10090 0,'0'0'0,"105"0"47,36 0-31,-70 0 0,17-36-16,0 36 15,-35-35-15,-17 0 16,-36 0-1,-53-1 1,-18 1 15,36 35-15,88 0 15,141 18-15,-71 52-16,-35-70 0,-52 53 15,-1-53 1,0 53-16,-35-18 31,-141 36-15,106-71 0,17 0-16</inkml:trace>
  <inkml:trace contextRef="#ctx0" brushRef="#br0" timeOffset="16806.64">27040 9984 0,'-35'0'15,"53"0"251</inkml:trace>
  <inkml:trace contextRef="#ctx0" brushRef="#br0" timeOffset="21415.41">27975 10125 0,'0'0'0,"-35"-18"15,53 18 1,140-35 0,1-53-1,-18 88-15,159-53 16,-176 18-1,-19 35-15,1 0 16,-141 0 15</inkml:trace>
  <inkml:trace contextRef="#ctx0" brushRef="#br0" timeOffset="22132.62">22454 11113 0,'0'0'0,"36"53"47,-36 0-31,35 123 0,-35-70-1,0-71 1,0 53-1</inkml:trace>
  <inkml:trace contextRef="#ctx0" brushRef="#br0" timeOffset="22338.55">22931 11236 0,'0'0'0,"0"71"47,0-1-31,35 1 0,-35-36-1,53-35-15</inkml:trace>
  <inkml:trace contextRef="#ctx0" brushRef="#br0" timeOffset="22548.8">23354 10989 0,'0'0'16,"35"0"-1,-35 18 1,0 17-1,35 36-15,-35-36 16,0 36 0,0-36-1,-17-35 1</inkml:trace>
  <inkml:trace contextRef="#ctx0" brushRef="#br0" timeOffset="22781.43">22648 10884 0,'0'0'0,"0"-36"31,194-70-15,-88 106-16,18-35 15,-18 35-15,-54 0 16,19 18 0,-71 52-1</inkml:trace>
  <inkml:trace contextRef="#ctx0" brushRef="#br0" timeOffset="22999.15">22490 11977 0,'158'-18'47,"-34"-34"-47,35-1 0,-18 0 15,264-53 1,-228 106-16,17-53 15,106 0 1</inkml:trace>
  <inkml:trace contextRef="#ctx0" brushRef="#br0" timeOffset="23532.19">25241 11342 0,'159'0'62,"-106"0"-46,0 0-16,0 0 15,88-53 1,-106 18 0,-35 17-1,0-52-15,0 17 16,-17 18 0,-54 35-1,53 0 1,54 0 31,122 105-16,-122-34-15,-1-18-1,-35 0-15,0 0 16,-88 0-1,17 17 1,1-35 0,34-35-1</inkml:trace>
  <inkml:trace contextRef="#ctx0" brushRef="#br0" timeOffset="23722.09">26141 11307 0,'0'0'16,"0"17"31</inkml:trace>
  <inkml:trace contextRef="#ctx0" brushRef="#br0" timeOffset="25531.76">28063 10954 0,'0'0'0,"0"-18"46,-88 160 1,53-54-31,35 35-16,0 36 16,0-36-1,0-87 1,18-36-16,17 35 15,18-35-15,35 0 0,-17-35 16,17-18-16,-18 0 16,-34-18-1,17-70 1,-53 71-16,-53-54 16,-36 89-1,-34 35 1,52 35-1,36 18-15,35 53 16,18-18 0,70-88-16</inkml:trace>
  <inkml:trace contextRef="#ctx0" brushRef="#br0" timeOffset="25814.62">29016 11007 0,'0'0'0,"-18"0"47,-105 18-31,52 52 0,36 71-1,35-88-15,18 18 0,35-36 16,141 0-1,70-35 1,-140 0 0,-36 0-1,-88-17 1</inkml:trace>
  <inkml:trace contextRef="#ctx0" brushRef="#br0" timeOffset="26499.6">23125 13177 0,'0'0'0,"35"52"31,-35 54-15,0-17-16,35-37 0,-35 1 15,0 0 1,35 18-16,-35-18 15,0-18-15,36-35 16</inkml:trace>
  <inkml:trace contextRef="#ctx0" brushRef="#br0" timeOffset="26805.68">23389 13106 0,'35'0'31,"-70"0"-31,194 141 16,-124-88 0,0-18-16,36 36 31,-36-71-31,1 0 0,-1 0 31,-35-53-15,0-35-1,0-53 1,0 70-16,0-17 16,-18 17-1,-17 71 1,0 0-16</inkml:trace>
  <inkml:trace contextRef="#ctx0" brushRef="#br0" timeOffset="26991.95">23125 12894 0,'0'0'0,"70"-35"32,1 35-32,52-70 15,-17 70-15,-35 0 16,-1 0-16,-17 17 15,-18 107-15</inkml:trace>
  <inkml:trace contextRef="#ctx0" brushRef="#br0" timeOffset="27164.71">23477 14111 0,'0'0'0,"36"0"16,34-35-1,1 35-15,70-88 16,53 0-16,317-18 16,-317 53-1</inkml:trace>
  <inkml:trace contextRef="#ctx0" brushRef="#br0" timeOffset="27581.68">25418 13565 0,'0'0'15,"141"-36"1,18-17 0,-54 53-1,19-70-15,52 17 16,-123 53-1,-53-71-15,18-17 16,-54 88 0,-34-53-16,17 53 15,0-53-15,18 53 16,158 71 31,1-18-32,-36-18-15,0 36 16,-88-18 0,-159 141 15,124-141 0</inkml:trace>
  <inkml:trace contextRef="#ctx0" brushRef="#br0" timeOffset="27898.08">27570 12630 0,'35'70'32,"18"142"-17,-53-124 1,0-17-16,0-1 15,0-17-15,0 35 16</inkml:trace>
  <inkml:trace contextRef="#ctx0" brushRef="#br0" timeOffset="28223.35">27622 12312 0,'0'0'16,"71"-35"0,-18 35-16,0 0 15,0 0-15,0 18 16,-53 17-16,35 0 16,-35 0-16,0 36 15,-71-18-15,1 17 0,17-17 16,-53 53-1,106-70-15,0 69 16,106 19 15,70-36-15,-17-17 0,-88-71-16,17 0 0,-18 0 15,1 0-15,-18 0 16,-18-18-16</inkml:trace>
  <inkml:trace contextRef="#ctx0" brushRef="#br0" timeOffset="28415.57">28557 13212 0,'36'-35'15,"52"35"-15,-53 0 16,18 0-16,0 0 15,264-36 17,-264 36-32</inkml:trace>
  <inkml:trace contextRef="#ctx0" brushRef="#br0" timeOffset="28557.39">29351 13035 0,'0'0'15,"0"-35"-15,-141 0 63</inkml:trace>
  <inkml:trace contextRef="#ctx0" brushRef="#br0" timeOffset="30349.29">28575 15434 0,'0'0'0,"0"36"110,-35-36 734,-53 0-829,17 0-15</inkml:trace>
  <inkml:trace contextRef="#ctx0" brushRef="#br0" timeOffset="36131.55">21802 9719 0,'-36'-17'16,"72"34"-16,-72-70 15,1 53 1,35-35-16,124 35 47,87-53-32,124 53 1,159-53 0,-282 0-1,0 53-15,17-53 16,194-35 0,-176 88-16,18-88 15,229 35 1,-318 53-16,0 0 15,-17 0-15,53 0 16,-89-53-16,-17 53 16,194-35-1,88-36 1,53 1 0,-229 70-16,-36-53 15,300 0 1,-70 0-1,88 0 1,-247 53 0,264-70-16,-87 70 31,-36 0-15,-106 0-1,-176 0-15,0 0 0,17 0 16,89 0-1,-71-36 1,-106 36 0,0 0-16,1-35 31,-1 35 0,-70 0 16</inkml:trace>
  <inkml:trace contextRef="#ctx0" brushRef="#br0" timeOffset="37009.67">30374 11554 0,'0'-18'78,"-17"53"266</inkml:trace>
  <inkml:trace contextRef="#ctx0" brushRef="#br0" timeOffset="38081.1">29351 8308 0,'0'0'16,"0"-35"-1,0 70 48,71 89-32,-36-71-15,0-53-1,71-36 1,335-246-1,-53 70 1,-35 18 0,-265 159-16,-35 35 15,-18-35-15,1 105 32,-36-17-17</inkml:trace>
  <inkml:trace contextRef="#ctx0" brushRef="#br0" timeOffset="40653.65">29968 7761 0,'-17'-35'0,"34"70"15,-69-105 1,16 229 46</inkml:trace>
  <inkml:trace contextRef="#ctx0" brushRef="#br0" timeOffset="41464.71">29157 8502 0,'0'0'15,"-35"0"1,52 0 62,-34 0 313,-36-35-360,-18 35-31,71-71 0,-35 36 16,0-35-1,-1 70 1</inkml:trace>
  <inkml:trace contextRef="#ctx0" brushRef="#br0" timeOffset="42063.71">31168 8255 0,'0'36'0,"0"-72"0,0 107 16,0-36-16,18 0 15,-18 18 1,52-17 0,-16-36-16,-1 53 15,0-53 1</inkml:trace>
  <inkml:trace contextRef="#ctx0" brushRef="#br0" timeOffset="43002.25">32720 8132 0,'0'-18'47,"0"36"15,-18-18-46</inkml:trace>
  <inkml:trace contextRef="#ctx0" brushRef="#br0" timeOffset="45197.77">31133 7938 0,'0'0'16,"0"53"15,70 194-15,-70-159-1,35 0-15,-35 18 16,36-71 0,-1 36-1,-35-124 17</inkml:trace>
  <inkml:trace contextRef="#ctx0" brushRef="#br0" timeOffset="45881">31168 8114 0,'0'0'0,"106"35"47,35 71-32,-35 18 1,-106-1-1,0-17 1,-141 35 0,70-106 15,159-140 16,106-36-32,0-53 1,-17-1 0,-107 107-1,-34 53 1,-89 35 0,-53 0-1,53 71 1,0 17-1,53-71 1,0 19-16,123 87 16,-17-123-1,-18 0 17,-52 0-32,-1-17 15,53-72 1,-88 72-1,-53 17 17,0 70-17,18-34-15,35-1 0,0 0 16,35-35 0,18 53-16,71-53 15,123-53 1,-124-17-1,-88 17 1</inkml:trace>
  <inkml:trace contextRef="#ctx0" brushRef="#br0" timeOffset="46081.48">32650 7462 0,'0'0'0,"0"70"63,17 89-47,-17-71-16,0-35 15</inkml:trace>
  <inkml:trace contextRef="#ctx0" brushRef="#br0" timeOffset="46497.75">32773 7903 0,'53'-36'31,"-106"72"-31,159-107 16,-53 71-16,0 0 15,35 35 1,-53 71 0,-52 18-1,-19-72-15,1 19 16,0 0 0,105-71 30,1-106-30,17 53 0,0-18 15,-88 36-31,53 35 16,-53-53-1,0 18 1,-17 35-1</inkml:trace>
  <inkml:trace contextRef="#ctx0" brushRef="#br0" timeOffset="46847.62">33355 7673 0,'0'0'16,"0"212"46,35-71-30,-35-88-32,36-18 0,34 0 31,-52-35-16,17 0-15,-35-17 16,0-18 15,-35 35-15,-36 17 0,36 54-1,0-71-15,35 70 16</inkml:trace>
  <inkml:trace contextRef="#ctx0" brushRef="#br0" timeOffset="47031.71">33637 8502 0,'0'0'15,"-35"0"17,-18 0-17</inkml:trace>
  <inkml:trace contextRef="#ctx0" brushRef="#br0" timeOffset="48414.71">31274 9719 0,'0'0'0,"-18"0"31,36 124 0,17 35-15,18-54-1,-18-34 1,-35-36 0</inkml:trace>
  <inkml:trace contextRef="#ctx0" brushRef="#br0" timeOffset="49318.43">31327 9755 0,'0'0'0,"0"-89"15,0 107 32,70-18-31,1 124 0,-18-107-1,-18-17 1,0 0-1,-35-176 17,0 70-17,0 71 17,36 105-1,-1 89-16,35 17 1,-34-52 0,-36-54-16,70-34 15,36-1 1,-53-35 0,0-71-1,0 1 1,-53 17-16,0-71 15,-18 72 1,-17 52 0,-18 17 31,18 124-32,35-70 1,17-36-1,54-35 17,-36-18-17,-35-34 1,35 87 46,1 0-46,-1-35 0,53-18-1,-53-34 17,-35-19-17,0 36 1,36 52 31,-36 36-32,35-17 1,0-1 0</inkml:trace>
  <inkml:trace contextRef="#ctx0" brushRef="#br0" timeOffset="49813.49">32579 9755 0,'0'0'0,"-35"0"32,35 17-17,-53 107 1,53-107-1,17 36 1,19-53 0,17 0-16,17-123 31,-35 35-15,-35 17-1,0 36 1,0 52 15,0 54-15,0-36-1,0 1-15,0-1 32,36-35-32,-36 35 15,35-35 1,0 0 31,1 0-32</inkml:trace>
  <inkml:trace contextRef="#ctx0" brushRef="#br0" timeOffset="49997.8">32897 9472 0,'0'18'31,"0"35"-15,17-53-16,-17 71 15,53 17 1</inkml:trace>
  <inkml:trace contextRef="#ctx0" brushRef="#br0" timeOffset="50313.8">33038 9561 0,'35'0'31,"35"53"-15,-70-1 15,0-16-15,0 17-16,0 0 15,0-18 1,36-35 31,34-18-32,-34 18-15,34-106 16,-70 89-16</inkml:trace>
  <inkml:trace contextRef="#ctx0" brushRef="#br0" timeOffset="50614.46">33426 9508 0,'0'0'15,"0"17"32,0 124-15,0-88-17,35 0 1,0-53-1,18 0 1,-18-35 0,-35 17-1,-17 18 1,-18 0 0,-1 0-16,-52 36 31,88-1-16</inkml:trace>
  <inkml:trace contextRef="#ctx0" brushRef="#br0" timeOffset="50799.01">33620 9825 0,'-18'0'47,"-35"35"-32</inkml:trace>
  <inkml:trace contextRef="#ctx0" brushRef="#br0" timeOffset="52847.6">33267 9419 0,'0'-35'31,"0"0"47,159 0-46,-89-1-1,-70 54 0,0 70-15,0-17-16,-17-1 15,17-17-15,0 0 16,0 0-16,17 71 16,19-54-1,-36-17 1,35-18 0</inkml:trace>
  <inkml:trace contextRef="#ctx0" brushRef="#br0" timeOffset="53081.85">33338 9949 0,'0'-36'15,"52"-17"17,72-17-17,-71 70-15,0-53 16,53 18 0</inkml:trace>
  <inkml:trace contextRef="#ctx0" brushRef="#br0" timeOffset="54813.63">30656 11942 0,'36'35'31,"105"-35"-15,-71 0-16,19 0 16,69-35-1,19 0 1,-177-1 46,-18 36-46,-17 0 0,35-35-16,-36 35 0,142 0 62,-53 0-46,-18 53-16,1-53 15,-36 53-15,35-53 16,-35 53-16,0-18 16,0 0-16,0 1 15,-18-1-15,-17 0 16,35 18 0</inkml:trace>
  <inkml:trace contextRef="#ctx0" brushRef="#br0" timeOffset="55653.23">31679 11360 0,'0'-36'16,"0"54"499,177 353-468,-142-248-31,0-123-1,-35 35-15,36-35 47</inkml:trace>
  <inkml:trace contextRef="#ctx0" brushRef="#br0" timeOffset="55896.51">31732 11289 0,'0'0'16,"177"18"31,87 88-16,-211-71-16</inkml:trace>
  <inkml:trace contextRef="#ctx0" brushRef="#br0" timeOffset="56096.66">32032 10919 0,'-35'0'15,"70"0"-15,-17 106 47,105 70-31,-87-123 0,-1 0-16,35 53 15</inkml:trace>
  <inkml:trace contextRef="#ctx0" brushRef="#br0" timeOffset="56680.05">32314 11219 0,'-17'0'31,"17"35"-15,0 53-1,35-17 1,36-36 0,-36 18-16,35-53 15,-17-53 1,-53-18 0,-53 1-1,18 35 1,0 35-16,-53-36 15,88 1 1,35 0 47,18 35-48,35 0 1,-17 0-1,-18 35-15,-1 0 16,1 1 0,-17-1-1,-36-212 48,0-17-32,-18 194 0</inkml:trace>
  <inkml:trace contextRef="#ctx0" brushRef="#br0" timeOffset="56879.9">33161 10742 0,'0'-1005'16,"0"2099"31,0-936-32,0-105 1</inkml:trace>
  <inkml:trace contextRef="#ctx0" brushRef="#br0" timeOffset="57813.25">33232 11060 0,'0'0'0,"35"0"16,53 0-1,-53 0 1,1 123-16,17-17 16,-53-35-1,0-18-15,-36 17 32,36-34-17,71-89 32,-36 53-31,71-106-1,-53 53 1,-53 0-16</inkml:trace>
  <inkml:trace contextRef="#ctx0" brushRef="#br0" timeOffset="58060.83">33708 10919 0,'0'0'0,"70"17"63,1-17-48,-71 36 1,0 122 0,-53 36-1,-35 18 1,35-88-16,53-19 16</inkml:trace>
  <inkml:trace contextRef="#ctx0" brushRef="#br0" timeOffset="59102.1">31291 13441 0,'0'0'16,"-35"0"-1,88 0 17,282 0-17,-17-159 1,-177 89-1,-106 35 1,-53 35 15,-52-53-31,17 53 16,18 0 0,-1 0-16,72 0 46,34 53-30,18-1 0,-52 19-1,-36 0 1,0-36-16,0 0 16,0 53-1,-18-52 1</inkml:trace>
  <inkml:trace contextRef="#ctx0" brushRef="#br0" timeOffset="59547.38">32332 12806 0,'0'0'0,"88"18"47,-88 52-32,53 36-15,-18-35 16,-35-18-1,0-18-15,53 0 0,-53 0 16,0 1 0,-53-36-1</inkml:trace>
  <inkml:trace contextRef="#ctx0" brushRef="#br0" timeOffset="59931.15">32350 12736 0,'0'0'16,"53"35"15,105 18 1,-158-18-32,36-35 15,-36-88 32,0-71-31,0 53-16,0 0 15,0 54 1,70 157 31,36 142-16,-35-194-31,-36 35 31,18-88-15</inkml:trace>
  <inkml:trace contextRef="#ctx0" brushRef="#br0" timeOffset="60263.25">33055 12453 0,'0'0'0,"-17"-35"15,-19 123 32,36 18-31,0-88-1,36-18 1,-1 0 0,18-18-1,0-35 1,-18 53 0,0 0-1,-35 18 16</inkml:trace>
  <inkml:trace contextRef="#ctx0" brushRef="#br0" timeOffset="60452.57">33443 12348 0,'0'0'0,"36"17"63,-36 18-48,0 1-15</inkml:trace>
  <inkml:trace contextRef="#ctx0" brushRef="#br0" timeOffset="61347.7">32985 13494 0,'0'-18'31,"0"-52"-15,0 35 0,17 17 77,19 18-61,-1 0-1,-35 88 0,0 18-15,0-53-1,-18 0 1,54-53 62,105-177-47,-106 125-31,0-37 16,18 1-16,-18 0 31,-52 88 0,-18 88-15,-18 36 0,53-19-1,0-52 1,53 36-16,-53-54 16,52-35-16,-52 17 15,71-52 1</inkml:trace>
  <inkml:trace contextRef="#ctx0" brushRef="#br0" timeOffset="61479.95">33461 13565 0,'-18'0'0,"-17"0"15,0 0 17,35 17-32,-18-17 0,18 36 31,-53-1-31</inkml:trace>
  <inkml:trace contextRef="#ctx0" brushRef="#br0" timeOffset="62208.88">33373 13476 0,'0'0'0,"-35"0"62,-1-35-46,-17 0-1,-17 35 1,70-18-16,-36 18 0,36-70 16,-35 34-1,35 1-15,0 0 31,0-18 16,18 53-31,17-35 15,0 52-15,-35 36 15,36 0-31,-36 18 16,0-1-1,0-34 1,-18-36 0,18 52-16,0-16 15</inkml:trace>
  <inkml:trace contextRef="#ctx0" brushRef="#br0" timeOffset="62380.87">33426 13388 0,'-53'0'15,"106"0"-15,-106 18 16</inkml:trace>
  <inkml:trace contextRef="#ctx0" brushRef="#br0" timeOffset="66515.34">30992 9349 0,'123'-106'16,"-246"212"-16,352-282 15,388-124 1,-405 247 15,-142 0-31,1 53 16,0 0-1,-89 0 17</inkml:trace>
  <inkml:trace contextRef="#ctx0" brushRef="#br0" timeOffset="66713.39">31415 9261 0,'0'0'16,"229"-36"-1,-70-16 1,35-37 0,370-158-1,-440 177-15</inkml:trace>
  <inkml:trace contextRef="#ctx0" brushRef="#br0" timeOffset="139560.76">7497 12400 0,'0'-35'15,"0"0"1,-18 35 31,-70 159-31,88-89-1,-53 160 1,53-160-16,0 18 15,53-35-15,-18 35 16,36-52-16,70 17 16,-71-53-1,-17 0-15,53-53 16,-71 17-16,-35 1 16,0-141-1,-53 88 1,-53-54-1,18 19-15,-18 52 0,54 71 16,16-35 0,-17 35-1,53 71-15,0 52 16,0-35-16,36-35 16</inkml:trace>
  <inkml:trace contextRef="#ctx0" brushRef="#br0" timeOffset="140205.44">8202 12894 0,'0'-35'16,"35"176"46,1-70-46,-1-71-16,-35 70 15,53-70-15,-18 0 16,0 0-16,1 0 16,-1 0-16,0 0 15,-35-17-15,0-19 16,0-34-1,0 17-15,0 18 16,0-1 0,0 72 15,0 34-15,35 1-1,1-71 1,-36 53-16,53-53 15,17 0-15,-52 0 16,17 0 0,18-18-16,-18-17 15,-35-1-15,0-16 16,36-37-16,-36 19 0,-18-54 16,18 18-16,-71 18 15,71 53-15,-35 123 47,35 177-31,18-177-1,-18-35-15,70 35 16,-70-53 0,89-35-16,-54 71 15</inkml:trace>
  <inkml:trace contextRef="#ctx0" brushRef="#br0" timeOffset="140689.07">8572 12859 0,'0'0'0,"71"0"31,88 0-15,-18 0-16,-35 0 16,17-53-16,-52 53 15,88-106 1,-107 71 0,-16 35-16,-36-53 0,-36 18 31,-87 52 0,88-17-31,35 71 16,0 0-1,123-36 1,54 35 0,-125-34-16,-16 34 31,-72-17-16,1-53-15,-18 53 16,18-53-16,-36 35 16,36-35-1,0 0-15,35 36 16</inkml:trace>
  <inkml:trace contextRef="#ctx0" brushRef="#br0" timeOffset="140931.73">9772 12559 0,'0'0'16,"35"124"31,18-71-32,-53 0-15,0-1 16,0 19-16,35-36 16,-35 1-16,0 16 15,0-16 1,36-36 0</inkml:trace>
  <inkml:trace contextRef="#ctx0" brushRef="#br0" timeOffset="141868.63">9719 12859 0,'0'0'0,"18"-35"32,70 35-17,-35 0-15,17 0 16,19 0-16,-37 0 0,1 0 15,18 0 1,-36 0-16,18 17 31,-123-17 32,34 71-32,36-18-31,0 0 31,0-18-15,53-35 0,-35 0-1,70 0-15,-88-18 16,53 18-16,-53-52 0,-18-54 47,18 70-32,0 54 17,0 35-1,0 0-31,36-53 0,52 35 15,0-35 1,-35 0 15,-18-70-15,-35 34-16,0 1 0,0-18 31,35 88 32,1 89-32,-1-89 0,-35-70 0,35 0-15,-35-36-16,36 71 16,-1 0 15,18 0-15,-18 35-16,18 1 15,-18-1 16,18-35-31</inkml:trace>
  <inkml:trace contextRef="#ctx0" brushRef="#br0" timeOffset="142610.22">11342 12824 0,'-53'-35'31,"53"-1"-31,53 107 0,-159-142 16,71 71 0,-1 88-1,36-52-15,0-1 16,0 0-16,0 1 16,0 16-1,18-52-15,17 0 16,18 0-1,18-52 1,-36-37 0,-35 36-16,0 1 15,0-37-15,-35-69 16,35 69 0,-18 89 15,18 89 0,18 34-15,-18-70-16,35-18 15,-35 1-15,53-1 0,-53 0 16,106 18 0,-36-53-1,-34 53-15,-1-53 16,18 0-1,-18 0-15,0 0 16,1 0-16,34-35 16,-70 17-1,71 18-15,-71-35 16,17 35-16,-17-36 16,-52 89 62,52-17-78,0-1 0,0 18 15,0 0-15,0-18 16,0 0-16,35 1 16,-35-1-16,35 0 15,-35 0 1</inkml:trace>
  <inkml:trace contextRef="#ctx0" brushRef="#br0" timeOffset="142898.1">11518 12471 0,'18'18'62,"17"35"-46,-35-36 0,0 54-16</inkml:trace>
  <inkml:trace contextRef="#ctx0" brushRef="#br0" timeOffset="143976.37">12577 12841 0,'0'0'0,"-36"-35"15,36 0 16,18 88 48,-18-18-64,35 0-15,18-35 16,0 0-1,35 0 1,18 0-16,18-53 0,34 1 16,-17-37-16,18 19 15,-35-1-15,-1-17 16,-35 53-16,18-1 16</inkml:trace>
  <inkml:trace contextRef="#ctx0" brushRef="#br0" timeOffset="144183.34">13741 12718 0,'-71'0'47</inkml:trace>
  <inkml:trace contextRef="#ctx0" brushRef="#br0" timeOffset="148102.91">10248 13900 0,'0'0'0,"106"-88"47,-159 88-16,-141 70-15,71 1-16,34-36 16,19 36-16,35-19 15,35-16 1,0 34-16,0-34 15,70-1-15,1-35 16,52 53-16,-17-53 16,-35 0-16,-1 0 15,-52 0-15,-142 70 47,-70 89-16,141-35 1,142-89-17,-37-35-15,19 0 16,88 0 0,-53 0-16,17 0 15,124-88 1,-212 52-16</inkml:trace>
  <inkml:trace contextRef="#ctx0" brushRef="#br0" timeOffset="148671.41">10918 14182 0,'-17'0'31,"34"0"-31,-34 106 31,17-18-31,17 0 0,-17-35 16,71 0-16,-71-18 16,35 1-16,-35-1 15,0-53 32,0-88-31,-17 53-16,17-17 15,-53-71 1,17 106 0,36 105 15,53 1-15,0-18-1,-17-53-15,-19 0 0,18 0 16,71-18 15,-70-35-15,-36-35-1,0 17-15,0 18 0,0 0 16,35 18 0,-35 141 15,35 106-16,36-71 1,-18-18 0,0-35-1,-1-88-15</inkml:trace>
  <inkml:trace contextRef="#ctx0" brushRef="#br0" timeOffset="148860.81">11765 14182 0,'0'0'31,"0"141"-15,0-70-16,0 17 0,0-18 15,18 72 1,52-72-1</inkml:trace>
  <inkml:trace contextRef="#ctx0" brushRef="#br0" timeOffset="149330.59">13053 14694 0,'0'0'0,"88"0"16,-35 0-16,53 0 0,0 0 15,35 0 1,194 35 0,-212-35-1,-52 0-15,-18 0 16,17 0-16,-87-88 31,-107-1-15,71 54-1,18 35-15,176 159 63,-17-36-32,-89-70-31,0 18 16,-35-36-16,0 0 15,-35 36 1,-18-1-16,-35-70 16,-36 0-1,89 0-15</inkml:trace>
  <inkml:trace contextRef="#ctx0" brushRef="#br0" timeOffset="149503.97">14482 15011 0,'0'0'0,"-71"0"47</inkml:trace>
  <inkml:trace contextRef="#ctx0" brushRef="#br0" timeOffset="152555.44">13476 15540 0,'35'-17'984,"-17"17"-718,-18-36-251</inkml:trace>
  <inkml:trace contextRef="#ctx0" brushRef="#br0" timeOffset="153410.07">13247 16193 0,'0'0'0,"88"-35"47,282-36-31,-87 71-16,34-53 15,371 53 1,-335 0-16,-53-53 16,-124 53-16,0 0 15,-70 0-15,-18-53 0,-17 53 16,17 0-1,-52-1005 1,-36 1993 0,-18-988-1</inkml:trace>
  <inkml:trace contextRef="#ctx0" brushRef="#br0" timeOffset="154964.13">12629 14499 0,'0'0'0,"0"-88"16,0 18-16,0 17 15,0 0 1,-17-35-16,17 35 15,-71 0-15,1-71 16,17 89-16,-18-35 16,-17-1-1,-35 36-15,-19-18 0,-263 0 16,175-35 0,-17 88-16,-35-53 15,0 53-15,0 0 16,-459 35-1,318 159 1,-18 53 0,211-106-1,36 36-15,18 17 0,70 0 16,53 352 0,194-175-1,194-107 1,212-52-1,-264-159 1,34-53-16,0 0 16,1 0-16,35-71 15,-36-17-15,18-35 16,212-71-16,-335 70 16,-71 36-1,-88-18-15,-53-53 16,0 107-1,-35-1-15,-54 0 0,1 17 16,-106-34 0,106 70-16,35 0 15,18 0-15,282 0 63</inkml:trace>
  <inkml:trace contextRef="#ctx0" brushRef="#br0" timeOffset="155812.17">15822 14111 0,'0'0'0,"0"-35"31,0 0 1,53 88 30,0 88-46,0-71-16,-53-17 15,53-17-15,-53-1 16,53 35 0,-18-70-1,35 0 1,1 0-16,194-88 15,-124 18 1,53-18-16,-35-18 16,-1-35-16,1 35 15,159-18 1,-177 124-16,-18-53 0,-70 53 16</inkml:trace>
  <inkml:trace contextRef="#ctx0" brushRef="#br0" timeOffset="155998.54">18168 13882 0,'-106'71'47,"-53"52"-16,36-70-31</inkml:trace>
  <inkml:trace contextRef="#ctx0" brushRef="#br0" timeOffset="157010.91">12806 16793 0,'0'-18'625,"17"-229"-609</inkml:trace>
  <inkml:trace contextRef="#ctx0" brushRef="#br0" timeOffset="157575.46">12471 12789 0,'0'0'16,"35"0"-16,-35 35 15,0-53 32,123 18 16,-87 35-48</inkml:trace>
  <inkml:trace contextRef="#ctx0" brushRef="#br0" timeOffset="158047.41">14658 15329 0,'-159'105'0,"318"-210"0,-406 281 15,159-106 1,17-34-16</inkml:trace>
  <inkml:trace contextRef="#ctx0" brushRef="#br0" timeOffset="158410.79">13141 15752 0,'0'0'0,"159"-53"16,-1 53-1,19-53-15,-1 53 16,54-53-16,-19 53 16,-34-70-16,-19 70 15,-87 0-15</inkml:trace>
  <inkml:trace contextRef="#ctx0" brushRef="#br0" timeOffset="158941.87">13617 16493 0,'0'0'0,"-35"0"250</inkml:trace>
  <inkml:trace contextRef="#ctx0" brushRef="#br0" timeOffset="159540.87">10936 17498 0,'141'-35'31,"141"-36"1,-140 18-32,-1 53 15,53-105-15,35 52 0</inkml:trace>
  <inkml:trace contextRef="#ctx0" brushRef="#br0" timeOffset="159976.91">13882 17445 0,'0'0'0,"0"-17"16,88 17 15,441-53-15,-300 53-1,-17-89-15,0 89 16,17-105-16</inkml:trace>
  <inkml:trace contextRef="#ctx0" brushRef="#br0" timeOffset="160487.19">15187 17798 0,'53'0'0,"-106"0"0,406-35 16,-71-18 0,0 53-16,-35-88 15,18 35-15,-18 0 16,-18 0-16,-17-35 15,-18-1-15</inkml:trace>
  <inkml:trace contextRef="#ctx0" brushRef="#br0" timeOffset="176358.23">18997 15523 0,'0'0'0,"35"-36"31,71-17-16,18 53 1,-71 53-16,0 0 16,-53 18-16,0-1 15,0 1-15,0 17 16,-53 0-16,0 0 16,17 1-16,1-36 15,-18-18-15,53 0 0,-17-35 16,17 35-16,211-105 62,-34-18-46,-124 52-16,-1 1 16,-34 0-1,35 0 16</inkml:trace>
  <inkml:trace contextRef="#ctx0" brushRef="#br0" timeOffset="177027.87">19773 15717 0,'0'0'31,"53"35"1,18 35-17,-71-34-15,35-1 16,-35 0-16,0 1 0,35-1 16,-35 0 15,0-88 0,-17-70-15,17 52-16,-71-17 15,71 0-15,-35 0 16,35 52 0,123 195 46,-35-88-31,-88-89 16,0-70-31,0 35-16,0 0 15,0 0-15,0-18 16,0 36-16,18 35 47,53 124-31,-18-19-1,17-34 1,-70-18-16,35 17 15,-35-17 1,36-53-16,-36 71 16,53-71-16</inkml:trace>
  <inkml:trace contextRef="#ctx0" brushRef="#br0" timeOffset="177929.29">20726 15470 0,'0'0'0,"-36"-36"16,-16 36-16,-1 18 31,17 123-15,36-70-1,18-36 1,17 18-1,1-53 1,52-71 15,-88 54-31,0-19 16,0 1-16,0 0 31,35 105 32,0-34-32,36-72 0,-71-87 0,0 88-15,0 88 31,53-1-31,-18-16-1,18-36 1,17 0-16,-17-18 15,-17-17 1,-36 0 0,0-18-1,-18 17 1,18 89 15,0 88-15,0-70-1,18 17-15,-18-17 16,70 17 0,-70 0-16,53 0 0,-53-35 15,35-18-15,-35 18 16,-17 0 15,-54-53-15,18 0-16,18 0 15,0 0-15,-1-35 16,-16 0 0,52-1-1,0-16 1,0 16-16</inkml:trace>
  <inkml:trace contextRef="#ctx0" brushRef="#br0" timeOffset="178323.93">21837 15505 0,'0'0'15</inkml:trace>
  <inkml:trace contextRef="#ctx0" brushRef="#br0" timeOffset="179207.79">21519 15470 0,'230'0'47,"158"-36"-32,-229-17-15,-18 53 16,-18-70-16,-35 70 16,1-71-16,-54 71 15,0 0 1,-105-35 15,-54 35-15,71 0-1,-17 0-15,34 0 32,213 0 15,-89 0-32,-35 53 1,0-53-16,0 53 0,-53 70 31,-53-87-15,-106 87-1,53-52 1,71-18 0,-36-1-1</inkml:trace>
  <inkml:trace contextRef="#ctx0" brushRef="#br0" timeOffset="181140.84">23513 14993 0,'0'0'0,"0"-35"47,0 53-1,53 193-30,-53-69 15,0-54-15,35-53-16,-35 18 31,35-18-15</inkml:trace>
  <inkml:trace contextRef="#ctx0" brushRef="#br0" timeOffset="182207.67">24077 14923 0,'0'-53'0,"35"53"0,-105 35 63,35 0-48,-36 1 1,36-1 15,35 0-15,0 18 0,0 0-1,17-18 1,54-35 15,-1 0-15,-52-17-1,17 17-15,1-36 16,69 36 0,-52 89-1,0-19 1,-53-34-1,0-1-15,-17 0 0,-19 0 16,-17 1-16,18-1 16,0-35-16,-36 35 15,36-35 1,17 0 0,18-53-16</inkml:trace>
  <inkml:trace contextRef="#ctx0" brushRef="#br0" timeOffset="182835.16">24536 14817 0,'35'18'31,"36"-18"1,-36-18-17,-35-35 1,0 0 0,-18 53-16,-17-35 15,-36 35 1,36 35-1,35 0 1,0 1-16,0-1 16,0 0-16,0 18 15,18-53 1,70 0 0,-35 0-1,-18 0 1,18-35-16,-18 0 0,1-1 15,-36-34-15,35 17 16,-35-35 0,0 52-16,0 107 62,0 335-31,0 176 1,0-459-17,0-52-15,0-36 0,0-17 32,35-18-17,36-36-15</inkml:trace>
  <inkml:trace contextRef="#ctx0" brushRef="#br0" timeOffset="183127.13">25312 15187 0,'-53'18'32,"106"-36"-32,-141 142 15,88-71 1,17-53-1,36 0 1,-18 0-16,-35-18 16,53-35-1,-53-35 17,-17 88-17,-36 0-15,18 0 16,35 18 15</inkml:trace>
  <inkml:trace contextRef="#ctx0" brushRef="#br0" timeOffset="183563.66">26264 15064 0,'0'0'0,"0"-35"0,88 35 15,54 0 1,-54 0 0,-18 0-1,19-53 1,-37 53-16,1 0 16,18-36-16,-36 36 15,1-35 1,-36 0-16,-36 0 15,-17 35 1,0 0-16,18-36 16,0 36-1,88 18 48,-18 17-63,-35 1 0,53-36 15,-53 52-15,0 19 16,0 35 15,0-71-15,-18-35 0</inkml:trace>
  <inkml:trace contextRef="#ctx0" brushRef="#br0" timeOffset="184124.29">27905 14835 0,'0'0'16,"0"17"-1,35 19-15,-35-1 16,35 0-16,1 0 16,-36 1-1,52-36-15,-16 0 16,-1 0 15,53-53-31,-35 17 16,35 1-16,36-53 15,35-18-15,35-17 16,0-18-16,158-18 16,-263 106-1,-36 53-15,-18-35 0,0 35 16,-105 17 15</inkml:trace>
  <inkml:trace contextRef="#ctx0" brushRef="#br0" timeOffset="185473.78">25241 18063 0,'0'0'0,"18"0"125,-36 52 500,-70-16-610,35-1 1</inkml:trace>
  <inkml:trace contextRef="#ctx0" brushRef="#br0" timeOffset="189824.44">25100 16493 0,'0'0'15,"-70"0"1,17 0-16,-36 17 15,19-17 1,-18 36-16,52-36 16,36 88 62,-70-35-63,70-36-15,0 19 16,0-1 0,0 0-16,0 0 31,53-52 31,-18 17-46,0-35-16,1 35 0,-1 0 16,35 0-1,-34 35 1,-1 88 0,-35-87-1,0-1-15,0 0 0,-18 0 16,-87 18-1,69-17 1,1-36 0,-18 0-16,53 35 15,-35-35 1</inkml:trace>
  <inkml:trace contextRef="#ctx0" brushRef="#br0" timeOffset="192039.86">25347 16404 0,'0'-35'16,"0"70"-16,-35-70 16,35 0-1,0 88 1,0 0-1,0 0-15,0 70 16,0-52 15,0-36-15,-53-70 46,18-18-46,35 18-16,-36 35 16,54 0 31,17 0-32,18 0 1,35-36-1,-52 1 1,-1-18 15,0 71 16,-35 52-31,35-34-16,-35-1 15,0 0-15,0 0 16,36-35-16,-36 36 16,35-54 62,0 18-31</inkml:trace>
  <inkml:trace contextRef="#ctx0" brushRef="#br0" timeOffset="192673.94">26106 16651 0,'0'0'0,"-18"0"16,18 36 0,-35 17-16,35-36 15,0 19-15,0-1 16,17 35-1,-17-34 1,53-36-16,0 0 16,-18-18-1,-35-70 1,0 53 0,0 17-16,-17-35 0,-36-53 31,18 53-16,35 0 1,0 0 0,35 53-16,18 0 15,17 0 1,-34 36 0,-36-1-16,52 18 15,-52 17-15,0 1 16,-35 405-1,35-388 1,0-17-16,35 35 16,1-106-1,34 35 1,89-53 0,-124-52-1,1-1 1,-36 36-16,-36 0 15,1 0-15,0-1 16,-71 1 0,71 0-1</inkml:trace>
  <inkml:trace contextRef="#ctx0" brushRef="#br0" timeOffset="194189.8">27005 16546 0,'0'35'0,"0"-70"16,0-1 0,-17 36-16,-36 18 31,17 105-16,36-87-15,0-1 0,0 18 32,36-18-17,17-35-15,-18 0 32,-141 106 30,106 0-31,0-53-31,53-53 16,-18 35 0,0-35-16,1 0 15,70-53 1,-71-35-1,-35-18 1,35 53-16,-35 18 16,0 0-1,124 70 48,-19 71-32,1-53-15,-106-71 15,18 18-31,-18-88 0,0 53 16,0-36-1,0 18 1,106 53 31,35 0 0,-106-35-32,0 35-15,-35-88 16,-53 52-1,1 36 1,-37 18 15,89 53-15,0-36-16,0 0 16,18 0-1,53 54-15,-36-89 16,71 70-1,-36-70 1,-35-18 0,18 18-1,-53-52-15,0 16 0,36-17 16,-36 36 0,0-19-16,35 107 62,0-36-62,-35 1 16,71-36-16,-36 52 15,18 1 1,-18-53 0,53 0-16,-52-88 31,-36 35-16,35 53 64,53 18-48,-53-18-31,1 0 15,17-18-15,-18-52 47,-35 87 0,35 142-31,-35 0-1,35-106-15,-35-18 16,0 0-16,0 18 16</inkml:trace>
  <inkml:trace contextRef="#ctx0" brushRef="#br0" timeOffset="194791.37">29245 16246 0,'0'0'16,"0"17"15,0 72-15,0-19-16,0-52 15,0 17-15,0 0 16,36-35-16,-36 36 16,0-107 31,0 36-32,0-106 1,0 105-1,88 142 64,-18-123-48,-34-19-16,-36-17 1,35 18 0,-35 0-1,35 141 32,0 88-16,1-159-15,34 53 15,-34-88-31,-1 0 0</inkml:trace>
  <inkml:trace contextRef="#ctx0" brushRef="#br0" timeOffset="195500.4">29951 16369 0,'0'-35'0,"0"70"0,-88-52 31,88 69-15,-53-16-16,53-1 16,0 36-1,0-18 1,53-18-1,0-35 1,-1-18 15,1-105-15,-53 87 0,-35-17-1,0 53 1,35 18 31,53-18-32,-18 0 1,-17 0-16,70-35 16,-35 35-1,-18 0 1,0 0 15,1 141 0,-36-106-15,35-70 31,0-18-32,0-18 1,1 36 0,-1 88 15,-35-18-15,0 1-16,0-1 15,0 18 1,0-18-1,35-35 1,1 0-16</inkml:trace>
  <inkml:trace contextRef="#ctx0" brushRef="#br0" timeOffset="195712.79">30780 16122 0,'0'0'0,"0"-17"16,0 122 31,0-52-32,0 18-15,0-18 0,0 0 16,0-18-16,0 0 16</inkml:trace>
  <inkml:trace contextRef="#ctx0" brushRef="#br0" timeOffset="196233.31">30656 16246 0,'0'0'0,"36"0"47,34 0-32,54 0 1,-36-53 0,-53 53-16,-35-71 15,53 36-15,-53-18 16,0 177 46,0 70-30,0-142-32,0-16 15,0 17 1,71-124 31,-18 36-32,-18 35-15,0 53 47,0 53-31,1-106 0,-36 70-16,35-70 15,-35 18-15,35-18 16,18 0-1,-18 0-15</inkml:trace>
  <inkml:trace contextRef="#ctx0" brushRef="#br0" timeOffset="196407.93">31803 16440 0,'35'-53'15,"18"53"1,-53-18-1,35 18-15</inkml:trace>
  <inkml:trace contextRef="#ctx0" brushRef="#br0" timeOffset="197923.25">25347 17480 0,'159'-35'0,"17"35"15,-511 35-15,900-193 0,-248 158 16,1-88-16,-1 88 16,353-89-1,-387 36-15,-37 53 16,-34 0-16,17-53 15,-123 53-15,-53 0 16,-18 0 0,-52 0-1,-18 0-15</inkml:trace>
  <inkml:trace contextRef="#ctx0" brushRef="#br0" timeOffset="198339.67">26335 17692 0,'564'-176'63,"495"35"-32,-777 141-31,-35 0 16,123-71-1,-193 71-15,-107 0 16,-52 0-16</inkml:trace>
  <inkml:trace contextRef="#ctx0" brushRef="#br0" timeOffset="198544.26">29510 17322 0,'0'-36'32</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30:04.502"/>
    </inkml:context>
    <inkml:brush xml:id="br0">
      <inkml:brushProperty name="width" value="0.05292" units="cm"/>
      <inkml:brushProperty name="height" value="0.05292" units="cm"/>
      <inkml:brushProperty name="color" value="#FF0000"/>
    </inkml:brush>
  </inkml:definitions>
  <inkml:trace contextRef="#ctx0" brushRef="#br0">10425 10972 0,'0'-71'16,"0"142"-1,-36-177-15,36 35 16,-35 36 15,35 617 32,35-141-48,-52-247 1,17-106 0,0-17-1,0-159 17,0-124-17,0 0 1,0 1-16,-53-1 15,53 0-15,0 36 16,0 70-16,0 18 0,17 35 16,72 0-1,16 106 17,-69 0-32,-1 35 0,-35 0 15,0 71 1,-53-88-16,0 34 15,-17-16-15,-36-19 16,18 1 0,52-71-16,36 35 15,0-53 17,18 18-17,17 0 1,18 0-16,-18 18 15,124 211 17,-124-193-32,-35-1 0,71 0 15,-71 0-15,53 1 16,-53-1-16,53 0 16,35 1-1,-53-36-15</inkml:trace>
  <inkml:trace contextRef="#ctx0" brushRef="#br0" timeOffset="1708.08">11060 11818 0,'0'0'0,"0"-53"16,0 1-1,0-19 1,35-52-1,-35 70 1,0 0-16,-35 17 16,35 1-16,-53 35 15,-53 106 17,106 53-17,0-89-15,0 1 16,35-18-16,0-18 15,18 0-15,-17-35 0,-1 36 16,0-36 0,-17 0-16,70 0 15,-53-71 1,36 18-16,-36-88 16,-35 18-1,0 87 1,0 54 15,0 105-31,53-34 16,18-54-1,-19 0 1,-16-35-16,-19 0 16,54 0-1,-36-18 1,-35-70-1,0-53 1,0 71-16,0 17 16,0 17-16,53 36 47,35 0-32,-35 0 1,18 0-16,52 0 15,-123-53 1,0 18 0,-53 0-1,18 0 1,0 35-16,0 0 16,-1 53-1,36 52 1,0 1-1,18-18 1,17-52-16,0-36 16,1 70-16,-1-70 0,36 0 15,-54 0-15,18 0 16,1 0-16,-36-35 16,35-18-16,-35-70 15,0 34 1,0 54-1,53 53 17,0 105-1,0-52-15,0-36-1,-18 18-15,0-53 31,-35-53-15,36-53 0,-36-35-1,35 106-15,35 70 47,-34 36-31,-36-36-16,35 0 15,-35 1 1,70-36-16,-34 35 0,34-35 16,1-18-1,-36 18 1,-35-70 0,35-54-1,-35 71-15,0 18 0,0 0 16,0-1-1,36 125 32,17-19-31,17-35 0,1 18-1,-54-53-15,54 0 16,-1-88-1,-70 18 1,0 34 0,0 1-1,-17 123 32,34-53-31,36 18-1,18-53 1,-18 0-16,17 0 0,-17-70 16,0 35-16,-53-1 15,36-34 1,-36 34-16,-53-16 16,17 52-1,1 0-15,35 17 16,-35 54-16,35 35 15,0-54 1,53 19-16,0-18 16,17 0-16,336-18 15,-265-35 1</inkml:trace>
  <inkml:trace contextRef="#ctx0" brushRef="#br0" timeOffset="1866.35">15011 11395 0,'0'0'16,"0"-35"-1,0-1 17</inkml:trace>
  <inkml:trace contextRef="#ctx0" brushRef="#br0" timeOffset="3699.16">13988 11942 0,'0'35'562,"-36"-35"-171,1 0-376</inkml:trace>
  <inkml:trace contextRef="#ctx0" brushRef="#br0" timeOffset="5015.92">11924 12348 0,'0'17'31,"0"195"-15,0-106 0,0 0-16,35 52 15,-35 1 17,0-71-32,0-35 0,0-18 15</inkml:trace>
  <inkml:trace contextRef="#ctx0" brushRef="#br0" timeOffset="5415.82">11871 12259 0,'0'0'0,"0"-105"15,0 69-15,0 1 16,71 0-1,34 105 1,-105-17 0,36 35-16,-36 18 15,0 18-15,-53-36 16,-35 53 0,52-106-16,-17 18 15,142-53 63,157 212-62,-140-106-16,-53-53 16,-18 17-16,71 1 15,-53-18 1,0 0-1</inkml:trace>
  <inkml:trace contextRef="#ctx0" brushRef="#br0" timeOffset="8282.12">12735 13035 0,'0'0'16,"0"-35"0,0-18-16,36 18 15,-36-18 1,0 0 0,0 18-1,-18 35 1,-35 70-1,0-17 1,53 36-16,53 157 16,-18-210-1,1-1-15,34-35 16,-17 0-16,-18 0 16,1 0-1,87-106 1,-70 53-16,-53-35 15,53 18-15,-53-19 16,53 36-16,-53-17 16,0 52-16,0 54 62,-35 105-31,35-106-31,17 18 16,71-53 0,-52 0-1,17 0 1,-1-53-16,19 18 0,-18-1 16,17 1-1,-70-18-15,0-17 31,-52 34 1,52 72-17,0-1-15,0 53 32,17 0-17,18-88 1,54 0-1,-19 0 1,-34-35 0,34-71-1,-70 71 1,35-36 0,-35 36-16,-17 0 31,-124-1-16,105 36-15,-17 0 16,-17 0 0,35 18-1,35 17-15,0 71 32,52-53-17,72-53 1,-18 0-1,-53-35 1,17 35-16,-17-88 0,18 52 16,-18 1-16,-18-18 15,0-17 1,-35 34-16,53 1 16,-53 0-1,-53 35 1,-17 0-1,34 53-15,36-18 16,-35 0-16,35 1 16,0 16-16,35-52 31,36 0-15,-36 0-16,-35-17 15,36 17-15,-36 35 47,0 0-31,88 195-1,88 193 17,-88-264-32,-17-36 15,-36 71 1,-35-106-1,0-52-15,-53-36 0,-35 53 16,-71-53 0,53-36-1,18-52 1,88 0 0,0-18-16,36-282 15,16 159-15,107-106 16,-71 211-1,-35 54-15,18 34 16,-54 36-16,19 0 16,34 0-1,-34 71-15,-1-18 16,-35 0 0,0 35-1,35-53 1,-35 18-16,0-88 47,0 0-32,35-89 1,-35 71-16,36 18 16,-1 0-1,0 35 1,36 35-1,-71 0-15,53 0 16,-53 1-16,35-1 16,36 0-1,17-88 17,-35-88-1,-53 18-16,0 88-15,35 193 79,-35-122-79,0-1 0,141 0 31,-106-35-16,71-70 1,-71 17 0,18 17-16,-17-69 15,-36 16 1,0 19 0,0-18-1,-18 88 16,-17 53-15,35-1-16,17 72 16,72-54-1,-72-70-15,36 36 16,-53-1 15,-106 18-15,-105-18-1,158-35 1,17 0-16,36 35 31,36-35-15,140-70 0,-17-18-1,-53 17-15,-53 1 16,52-71-1,-69 105-15,-36 1 16,0 0 0,-36 35-1,-17 0-15,-17 35 16,17 36-16,53-19 16,-53 1-16,53 0 15,0-17-15,53 16 16,-18-52-16,18 36 15,35-36-15,-17 0 16,17 0-16,-35 0 16,35-53-16,0 18 15,-35-18-15,-17 17 16,-36 1-16,35 35 0,-35-53 16,-106 53 15,18 53-16,88-35-15,-53 35 16,53-18-16,0-17 16,53 34-1,88-87 1,-70 0-16,-36-18 16,0-70-1,0 34-15,-35-17 16,0-282-1,0 336 1,0 69 15,0 230 1,0-53-17,53-106 1,-17-17-1</inkml:trace>
  <inkml:trace contextRef="#ctx0" brushRef="#br0" timeOffset="9699">17092 10919 0,'0'0'31,"-53"0"-31,53-35 0,35 35 16,89-53-16,52 53 16,107 0-16,34-53 15,389 53 1,299-53 0,-476 53-1,-88-71 1,-282 36-1,-230-36 17,-34 71-17,16-35 1,54 35 0,0 0-16,35-35 0,-53 35 15,18-35 1,105 35 46,54 70-46,-1 18 0,18 0-1,-106-52-15,-52 52 31,-283 18-15,-141 17 0,212-70-1</inkml:trace>
  <inkml:trace contextRef="#ctx0" brushRef="#br0" timeOffset="10366.49">17110 10707 0,'0'0'0,"-106"35"47,-18 36-31,19 17-1,69-53 17,-17 18-32,71 18 31,158-18-16,107-53 1,16 53 0,-193-53-16,-53 0 15,0 35-15,-53 0 32</inkml:trace>
  <inkml:trace contextRef="#ctx0" brushRef="#br0" timeOffset="11660.12">21149 10495 0,'18'-88'46,"176"-35"-30,123-124 0,142-35-1,-265 105-15,35 1 16,18-18 0,-476 494 46</inkml:trace>
  <inkml:trace contextRef="#ctx0" brushRef="#br0" timeOffset="11983.75">21643 10637 0,'0'35'31,"106"-35"0,105 0-15,-87 0-16,158-35 15,18 35 1,-159 0 0,-70 0-16,-1 0 15,-87 0 32</inkml:trace>
  <inkml:trace contextRef="#ctx0" brushRef="#br0" timeOffset="12282.15">21925 11272 0,'-53'141'31,"53"-71"-31,18-34 15,35-1-15,123 0 16,71 36 0,-159-18-16,-17-53 15,17 0-15,-35 0 16,-18 35-16,1-35 31,-160 35 0</inkml:trace>
  <inkml:trace contextRef="#ctx0" brushRef="#br0" timeOffset="12853.93">21184 11871 0,'0'0'0,"212"212"63,17 70-48,-105-158-15,17 17 16,-53-53-16,18 18 0,-53-18 16,17-35-1,-34-18-15,-1 0 16,0-35 0,-35-35-16</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32:22.111"/>
    </inkml:context>
    <inkml:brush xml:id="br0">
      <inkml:brushProperty name="width" value="0.05292" units="cm"/>
      <inkml:brushProperty name="height" value="0.05292" units="cm"/>
      <inkml:brushProperty name="color" value="#FF0000"/>
    </inkml:brush>
  </inkml:definitions>
  <inkml:trace contextRef="#ctx0" brushRef="#br0">16422 7532 0,'0'0'32,"17"0"-1,195 0-16,35 0-15,388-53 16,0-35 0,-159 0-1,-246 53 1,-195 35 0,35 0 124</inkml:trace>
  <inkml:trace contextRef="#ctx0" brushRef="#br0" timeOffset="600.07">23601 7285 0,'0'0'16,"88"71"15,106-71-15,53 0 0,-71 0-16,177 0 15,18-36 1,-72-16-1,-105-1 1,-335 53 15</inkml:trace>
  <inkml:trace contextRef="#ctx0" brushRef="#br0" timeOffset="4882.32">5962 8626 0,'0'0'0,"-35"-36"16,35 1 30,264 70-14,-52 18-17,352-53 1,1 53 0,-71-53-1,-36 0 1,-246 0-16,-71 0 15,106 0 1,-212 0 0,1 0-1</inkml:trace>
  <inkml:trace contextRef="#ctx0" brushRef="#br0" timeOffset="12592.79">19932 10178 0,'0'0'0,"-35"-35"0,123 35 62,864-53-31,-634-18-31,1269 18 32,19 53-1,-1289 0-15,195 36-1,-407-36 1,-52 0-1,-17-18 32</inkml:trace>
  <inkml:trace contextRef="#ctx0" brushRef="#br0" timeOffset="12865.99">26758 9808 0,'0'0'31,"177"-36"-15,-19 36-1,-17 0 1,-88 0-16,-17 0 16</inkml:trace>
  <inkml:trace contextRef="#ctx0" brushRef="#br0" timeOffset="18476.72">2858 11025 0,'0'0'0,"-36"0"16,1 53 15,35-18-15,18 0-1,140-35 1,-17 0-16,71 0 16,458 0-1,-264-35 1,-212 35 0,-141 0-16,-18 0 15,1 0 1</inkml:trace>
  <inkml:trace contextRef="#ctx0" brushRef="#br0" timeOffset="19720.36">4445 12824 0,'53'0'141,"441"-53"-126,-71 53-15,159 0 16,565 0 0,-636 0-16,-70 0 15,424 0 1,-618-35 0,-142 35-1,-69 0 1,-36-36-1,-18 1 17,-53 0-1,36 35-31</inkml:trace>
  <inkml:trace contextRef="#ctx0" brushRef="#br0" timeOffset="19932.78">9243 12594 0,'0'0'0,"0"-52"16,-53 52-1,18 17-15</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33:30.291"/>
    </inkml:context>
    <inkml:brush xml:id="br0">
      <inkml:brushProperty name="width" value="0.05292" units="cm"/>
      <inkml:brushProperty name="height" value="0.05292" units="cm"/>
      <inkml:brushProperty name="color" value="#FF0000"/>
    </inkml:brush>
  </inkml:definitions>
  <inkml:trace contextRef="#ctx0" brushRef="#br0">10901 10407 0,'0'-35'16,"0"0"15,-35 35-16,-1 0 1,-17 0-16,-35 70 0,35-34 16,0 34-1,18 36-15,35-36 16,0-17-16,106 71 31,17-54-31,-34-34 16,52 52-1,-106-35 1,-35 17 0,-35-70-16,-18 53 15,-53-53-15,-18 71 16,1-71-16,52 53 0,1-53 16,35 0-1,-1 0-15,36-71 31,53 18-31</inkml:trace>
  <inkml:trace contextRef="#ctx0" brushRef="#br0" timeOffset="218.88">11448 10443 0,'0'0'0,"0"17"47,0 248-32,0-195 1,35 19-16,-35-1 16,0-18-16,0-17 0,35-18 15,-35 1-15</inkml:trace>
  <inkml:trace contextRef="#ctx0" brushRef="#br0" timeOffset="682.98">11254 10936 0,'0'-35'31,"70"0"-15,36 35-16,53-53 0,-53 53 16,88-35-1,-106 35 1,-53 0 0,-35 17-16,0 36 15,-35 18 1,35-36-1,-35 53 1,70-35 0,0-53-1,18 0-15,0 0 0,70-35 16,-34-53 0,-89 17 15,0 18-31,-36-17 15,-34 34 1,-18 36 0,-18 18-1,70 70-15,36-52 16,0-1-16,0 53 16</inkml:trace>
  <inkml:trace contextRef="#ctx0" brushRef="#br0" timeOffset="1365.61">12912 10742 0,'0'0'0,"-230"18"31,177 35-16,-17 53 1,70-36-16,0-34 16,106 34-1,-53-35-15,0-35 16,17 0-16,-17-17 16,0-18-16,18-1 15,-19 1-15,-16-53 16,-36 35-1,70-35-15,-70-1 0,0-122 16,-17 87 0,-19 124-1,36-35-15,0 53 32,0 35-32,0 35 15,0 18-15,0-36 16,0 18-1,0-35-15,0 0 0,18-17 16,-18-1 0,35 0-1,18-53 1,-18-17 0,-35-18-16,71-17 15,-71 17-15,0 17 16,0 107 31,0 88-32,71-124 1,-1 18 15,-35-53-31,1 0 16,87 35-1</inkml:trace>
  <inkml:trace contextRef="#ctx0" brushRef="#br0" timeOffset="1808.71">14093 10443 0,'0'0'0,"124"246"47,-71-140-32,-18 88 1,-35-88-16,35-35 16,1-1-1,-1-70 1,0-53 0,36-105-1,-18-1-15,-53 18 16,88-18-16,-88 53 15,53 36-15,-53 34 32,0 107-17,0 88 1,0-89 0</inkml:trace>
  <inkml:trace contextRef="#ctx0" brushRef="#br0" timeOffset="3166.03">15064 10901 0,'0'0'0,"0"-106"16,-18 106-16,-35-17 16,18 17-1,-1 0-15,-105 123 31,141-35-31,-35 53 16,106-52 15,-36-89-31,0 0 16,0 0 0,1-18-16,-1 18 15,-35-88-15,35 53 0,-35-36 31,0 36-15,0 88 15,0 0-15,0-18-16,0 18 16,71 0-1,-18-53 1,0 0-16,35 0 0,-35-36 15,0 1-15,53-53 16,-71-106 0,18 70-1,-53 19-15,0-89 16,0 158 0,-18 36-16,-70 106 46,88 53-30,0-89 0,0 160-1,35-142 1,36-35 0,-36-53-16,18 0 15,0 0-15,17-18 16,-34-17-16,-1 0 15,-35-18-15,35-88 16,-35 88 0,0 17-1,-53 230 32,53-158-31,0-19-16,0 54 15,106-36 17,-35-35-17,-36-17 1,36-72-16,-71 54 16,0 0-16,35-53 15,-35 52 1,0 160 46,35-1-30,18-123-32,35 53 15,-35-53 1,0 0-16,18-53 0,-18 18 15,-18-36 1,35 1-16,-70-36 16,0 71-16,-17-1 31,-107 36-15,89 18-1,0 17-15,35 1 0,-53-1 16,53 36-1,123-36 32,-52-35-15,-71 35-1,35 0-16,-35 1 1,0-1 15</inkml:trace>
  <inkml:trace contextRef="#ctx0" brushRef="#br0" timeOffset="3414.5">17127 10337 0,'0'0'16,"0"-36"-1,-53 213 32,53-89-31,-35-17-1,35 52-15,0-17 16,0 0-16,0-71 16,18 0 15</inkml:trace>
  <inkml:trace contextRef="#ctx0" brushRef="#br0" timeOffset="4383.09">16845 10778 0,'0'-36'47,"194"36"-16,-88 0-31,-18 0 0,71 0 31,-159 18 32,-18 88-48,18-53 1,0-18-1,18-35 1,35 35 0,-18-35-1,0 0-15,-35-17 16,71-36-16,-36-53 16,-35 71-1,36 35-15,-36-36 16,0 89 31,0 18-32,0-18 1,0 17 0,52-34-1,19-36 1,-36-18-1,-35-70 1,-17 17 0,-19-17 15,36 70-15,0-17-1,36 35 1,-1 0-16,18 0 15,0 0-15,0 0 0,17 0 16,-34 35 15,-36 36-31,0 17 16,0-35 0,-18-18-1,18-140 32,35 52-31,18-18-16,35 36 15,-52 35-15,34 35 32,-70 36-1,0-36-31,0 18 15,-70 35 1,34-88-16</inkml:trace>
  <inkml:trace contextRef="#ctx0" brushRef="#br0" timeOffset="4583.96">17692 10249 0,'0'0'15</inkml:trace>
  <inkml:trace contextRef="#ctx0" brushRef="#br0" timeOffset="6066.41">18697 8608 0,'0'53'62,"-17"141"-30,17-141-17,0 18 1,0-1-16,35 18 15,35-17 1,54-1 0,17-70-1,-70 0-15,17 0 16,-18 0-16,71-17 16,-52-36-1,-54 53 16,-53 0 32,-17 0-47</inkml:trace>
  <inkml:trace contextRef="#ctx0" brushRef="#br0" timeOffset="10282.44">11324 11677 0,'0'-17'16,"0"140"30,-35-35-30,35-17-16,-53 17 16,53 0-16,-35 36 15,35-1 1,0-70 0,53-53-1,194 0 1,-89 0-1,-17 0-15,142 0 16,-160-35-16,-52 35 16,-1 0-16,-52 0 31,-159-71 0,70 36 0,195 106 32,-89-36-47,18 18-16,-53-18 15,53 53 1,-53-17-1,-53-18 1,35-53-16,18 35 16,-70 0-1</inkml:trace>
  <inkml:trace contextRef="#ctx0" brushRef="#br0" timeOffset="10800.27">13123 12118 0,'0'-17'32,"0"158"-17,0-71 1,0 1-16,0-18 0,0 0 15,0 0 1,0-1-16,0 19 16,53 0-1,-70-71 95,34 0-79,19 0-15,69 0-1,1 0 1,-35 53-16,-18-53 15,-18 0-15,35 52 16,-34-52 15</inkml:trace>
  <inkml:trace contextRef="#ctx0" brushRef="#br0" timeOffset="11083.06">13847 12348 0,'0'141'62,"0"17"-30,0-69-1,88-89-15</inkml:trace>
  <inkml:trace contextRef="#ctx0" brushRef="#br0" timeOffset="11470.58">14446 12418 0,'0'0'0,"-17"106"62,17 123-30,0-193-32,0-1 0,17 0 15,-52-211 48,0 87-48,35-175-15,0 123 16,35-36 0,0 89-16,18 53 15,-18 35-15,1-35 0,17 35 16,52 0 0,-52 35-16,-53 0 15,53 36 1,-53-18-16</inkml:trace>
  <inkml:trace contextRef="#ctx0" brushRef="#br0" timeOffset="11665.44">14534 12400 0,'18'0'46,"88"0"-30,-18 0-16,-17 0 0,-1 0 16,18 0-1,-52 0-15</inkml:trace>
  <inkml:trace contextRef="#ctx0" brushRef="#br0" timeOffset="12039.82">15187 12312 0,'0'0'16,"-18"18"31,-87 158-16,105-105-31,0-36 15,70 18 1,-35-18-16,18-35 16,159 0-1,-124-17-15,-17-19 16,-36 1-16,0-88 16,1-36-1,-54 18 1,-17 106-16,-1-1 15,-87 36 1,35 0 0,0 36-16,-36 52 15,-17-18-15,-18-17 16</inkml:trace>
  <inkml:trace contextRef="#ctx0" brushRef="#br0" timeOffset="13065.88">11395 13494 0,'0'0'0,"-53"159"62,53 0-46,0-71-16,0-18 15,0-17-15,53 18 16,70-1 0,18-34-1,71-36 1,-53 0-1,-18 0-15,0-36 16,-18 36-16,-52-35 16,0 35-16,-36 0 0,-35-35 15,-35 0 17,-89-1-1,53 36-16,36-35 1,282 70 31,-159 36-31,-35 17-1,18-35-15,-71-18 16,0 0-16,0 1 15,0-1-15,-18 0 16,-17-35-16,0 53 16,-1-53-16,36 35 15,-70-35-15,35 0 32</inkml:trace>
  <inkml:trace contextRef="#ctx0" brushRef="#br0" timeOffset="13431.88">13194 14288 0,'0'88'31,"0"-35"-15,0-18-1,0 0 1,0-70 31,0-176-31,0 69-1,53-16 1,-53 17-16,53 17 0,-18 36 15,36 53 1,34-1 0,1 54-1,-71-18-15,-35 71 16,36-1-16,-36-35 16</inkml:trace>
  <inkml:trace contextRef="#ctx0" brushRef="#br0" timeOffset="13633.04">13353 14200 0,'53'0'32,"176"-18"-1,-106 18-16,-17-53 1,-71 53-16</inkml:trace>
  <inkml:trace contextRef="#ctx0" brushRef="#br0" timeOffset="13860.84">14164 13953 0,'0'35'16,"0"36"-1,0-36 1,0 0-16,0 18 0,0 53 31,-18-18 0</inkml:trace>
  <inkml:trace contextRef="#ctx0" brushRef="#br0" timeOffset="14265.95">14640 13917 0,'0'0'0,"0"18"31,36 53-31,-36-18 16,52-1 0,-52-16-16,0-1 0,0 0 15,0 1-15,18-36 16,-18 35-1,0-53 17,0-52-17,0 17-15,0-35 16,0-18-16,124-124 16,-36 125-1,-18 105 1,-34 0-16,-19 0 15,54 17 1,-36-17-16,-35 35 16</inkml:trace>
  <inkml:trace contextRef="#ctx0" brushRef="#br0" timeOffset="14454.17">14940 14023 0,'53'0'31,"88"0"-15,-35 0-16,-35 0 16,105-17-1,-123 17-15</inkml:trace>
  <inkml:trace contextRef="#ctx0" brushRef="#br0" timeOffset="14792.84">15681 13970 0,'-88'18'15,"88"17"16,0 18-15,17-53-16,19 35 16,17-35-16,17 0 0,36 0 15,0-52-15,-18 16 16,-35-17-16,0 18 16,-18 0-16,-35-1 15,53-87 1,-71 88-16,-52 35 15,-36-36 1,-35 54 0,53 17-1,-36 54-15,-34 16 16,-1-34-16</inkml:trace>
  <inkml:trace contextRef="#ctx0" brushRef="#br0" timeOffset="15960.46">11448 14870 0,'0'0'16,"0"53"15,-36 88-31,36 71 16,0-71 0,0-88-1,0 0 1,177 88 15,-107-106-31,1-35 16,123 53-1,18-53 1,-124 0-16,-18 0 16,1-35-16,-18 35 15,-18 0-15,0-36 16,-35 1-1,0-18 1,-17 53-16,-54-35 16,1 35-1,34 0 1,54 53 31,70 17-32,-17 36 1,-36-35 0,-35-36-1,-18 0 1,-35 1 0,-17 16-1,70-34 1</inkml:trace>
  <inkml:trace contextRef="#ctx0" brushRef="#br0" timeOffset="16521.39">13282 15399 0,'0'0'0,"0"35"47,0 124-31,0-106-16,0 0 15,0 17 1,0-17 0,88-70 30,-17-54-30,-36 71-16,-35-53 16,71 53-1,-18 0 1,35 0 15,-53 36-31,0-36 0,71 35 31,-53-35-15,-53-53 15,0-71-15,0 54-16,35-18 16,-35 0-16,0 70 0,0 88 62,0 54-46,0-89-16</inkml:trace>
  <inkml:trace contextRef="#ctx0" brushRef="#br0" timeOffset="16948.88">14570 15452 0,'0'0'0,"-53"123"47,0-17-31,53-35-16,-35-36 16,35 36-1,-36-71-15,54-159 63,53-17-48,-19 34 1,-16 142 31,52 106-32,-88-53-15,53 18 16,17 52 0,-17-70-1,-17-53 1,-72 0 0</inkml:trace>
  <inkml:trace contextRef="#ctx0" brushRef="#br0" timeOffset="17103.97">14587 15752 0,'0'0'15,"53"-35"17,-17-1-32,16 36 0,54-53 31,-35 53-31,-18 0 15,0-35-15</inkml:trace>
  <inkml:trace contextRef="#ctx0" brushRef="#br0" timeOffset="17732.96">15822 15311 0,'0'18'47,"0"17"-31,-18 18-16,18 70 15,0-88 1,0 1 0,0-160 46,0 1-46,0 35-16,18-1 15,17-16 1,1 157 31,52 125-32,-53-107 1,18-17 0,-18-53-1,1 0-15,87-88 16,-88 18 0,1 17-16,52-106 15,-53 159 16,-35 106 1,-35 53-17,35-36 1,-35-35 0,35-53-16,0 1 15,0-1 1</inkml:trace>
  <inkml:trace contextRef="#ctx0" brushRef="#br0" timeOffset="18132.84">16633 15664 0,'0'-36'47,"53"36"-31,36 0-1,-54-35 1,18 0-16,0-36 16,-53 1-1,0 17 1,-18 53-1,-17 0-15,-18 0 16,0 35 0,18 36-1,35-36 1,0 0-16,0 0 31,17 18-31,54-53 0,17 0 31,18-17-15,17-71-16</inkml:trace>
  <inkml:trace contextRef="#ctx0" brushRef="#br0" timeOffset="18332.14">17515 14817 0,'0'0'0,"-88"265"62,88-71-46,0-141-1,0-18-15,0 0 16,18 0 15</inkml:trace>
  <inkml:trace contextRef="#ctx0" brushRef="#br0" timeOffset="19382.8">17180 15064 0,'0'0'0,"71"-35"16,17 35-16,-17-36 15,17 36-15,18 0 16,-1 0-16,1 0 16,-18 0-1,18-53-15,-35 18 16,-71-18 0,-35 53 30,-1 36-30,1-1-16,35 0 16,0 0-16,0 1 15,0-1-15,0 0 16,0 53 0,35-88 15,36 0-16,-18 0-15,0-17 16,-18 17 0,0 0 15,-35 17-15,36-17-1,-1 36 1,0-36-1,0 0-15,18-18 16,-53-17 0,36 35-1,-36-36-15,0 54 78,35-18-62,0 35 0,53-35-1,-35-35 1,-35 35-16,-18-35 0,35-53 16,-35 52-1,0-17 16,-18 53-15,-34 18 0,-1 53-1,53-18 1,0-18 0,70-35 15,36-88-16,-53 17 1,-18-70 0,-35 70-1,36-17-15,-36 35 0,0 18 16,-71 35 0,36 0-1,-1 0-15,1 0 16,-18 71-1,53-36-15,0 0 16,0 0-16</inkml:trace>
  <inkml:trace contextRef="#ctx0" brushRef="#br0" timeOffset="19626.66">19262 13970 0,'0'0'0,"-106"0"16,71 0-1,-1 36 16,36 34-15,0-35-16</inkml:trace>
  <inkml:trace contextRef="#ctx0" brushRef="#br0" timeOffset="32998.67">22348 10249 0,'0'0'0,"0"17"47,0 107-31,0-54-16,0-17 15,0 88 1,0-106-16,0 1 0,0 17 31,53-124 0</inkml:trace>
  <inkml:trace contextRef="#ctx0" brushRef="#br0" timeOffset="33272.05">22190 10178 0,'0'0'16,"282"71"46,53 52-46,-247-52-16,-17-1 0,-71 1 15,0 70 1,-71 18 0,-123 17-1,-70-70 1,193-53-1,36-53-15,17 0 16,-17 0 0,35-53-16</inkml:trace>
  <inkml:trace contextRef="#ctx0" brushRef="#br0" timeOffset="33830.89">23072 10989 0,'-53'36'0,"141"-107"15,-123 106-15,123-105 16,-88-1-16,53 18 16,-53 18-16,53-53 15,-53 53 1,-36-1-1,-16 36 1,16 0-16,1 53 0,35 0 16,-35 0-1,35 53-15,17-18 16,124 53 0,-70-141-1,-18 35-15,194-52 31,-106-89-15,-88-53 0,-53 71-16,0-18 15,0 36-15,-53-1 0,53 36 16,-35 35-16,35 176 62,0-35-62,0 0 0,0 1 16,35 299 0,18-283-1,-53-122 1,0-1-16,0 18 16</inkml:trace>
  <inkml:trace contextRef="#ctx0" brushRef="#br0" timeOffset="34614.61">23830 10919 0,'35'-35'31,"-70"70"-31,194-70 16,-89 70-16,-17 18 15,-17-18-15,-36 0 16,0 53 0,-18-52-1,-17-36-15,-89 70 16,195-123 31,-1-52-32,1 16 1,-1 1-16,-34 0 0,17 35 16,0-70-1,-18 87 1,-35 1-16,-53 35 31,53 18-15,0 35-16,106-1 31,0-16-15,-53 17-16,-18-53 15,-35 35-15,0 18 16,0 0 0,0-18-1,0 18 1,0-18-1,17-35 1,54 36 0,-36-36-16,1 0 0,16-53 15,1 17 1,0-17-16,-17-17 0,-36 52 16,0-17-1,0-36-15,-18 71 16,-35 0-1,-18 0 1,71 89 0,0-1-1,0-35 1,36-18-16,34 0 16,1 1-16,35-36 15,-18 0 1,88-36-1</inkml:trace>
  <inkml:trace contextRef="#ctx0" brushRef="#br0" timeOffset="35298.21">25929 10672 0,'0'0'0,"-17"0"15,17-35-15,-36 35 31,1 52-15,0 19 0,35 17-1,17 18 1,72-106 0,16 0-1,19 0 16,-71-18-31,-18-17 16,0-141 0,-35 105-1,0 54 1,0 52 31,0 88-32,71-34 1,-1-54 0,19 35-16,16-70 15,-16 0 1,-54-53 0,18-35 15,-71 18-16,-52 34 1,17 36 0,0 18-1,53 17-15,0 71 32,0-71-17,17 1 1,19-36-1,-36 35 1,0 0 0,-18-35 15</inkml:trace>
  <inkml:trace contextRef="#ctx0" brushRef="#br0" timeOffset="35530.72">27323 10601 0,'0'88'47,"0"71"-32,17-18 1,19-52 0,-36-54-1</inkml:trace>
  <inkml:trace contextRef="#ctx0" brushRef="#br0" timeOffset="36398.37">27093 10919 0,'0'0'0,"0"-35"31,71-1-15,123 36 0,106-53-1,-177 53 1,-70 0-1,-18 0 1,-35 89 47,0 34-32,124-105 0,-89-18-15,36 0-1,-36-71 1,-35 36-16,0-36 16,0 36 15,0 141 0,0-36-15,0-17-1,0-17 1,53-36 15,0-18 0,0-53-15,-18-17 0,-35 71-16,35-19 15,1 36 1,-1 18 15,0 35-15,-35-18-16,0 18 15,0-18 1,0-52 47,71-177-32,-1 211 0,-34 54-15,-36-18-1</inkml:trace>
  <inkml:trace contextRef="#ctx0" brushRef="#br0" timeOffset="36614.08">28028 10495 0,'0'0'0,"0"-35"16,35 123 46,-70-17-62</inkml:trace>
  <inkml:trace contextRef="#ctx0" brushRef="#br0" timeOffset="38109.44">22384 12030 0,'0'53'31,"0"70"-15,0-70-16,0 0 16,0 18-1,0-36-15,0 53 31,53-88-15,-18 0-16,18 0 16,35 0-1,18 0-15,0 0 0,35-35 16,18 35-16,-36-71 16,-52 71-1,-18-35-15,-18 35 16,-88-53 31,-35 53-32,52 0 1,36-17 0,106 17 15,0 17-16,-53 36-15,-35-53 16,-18 53-16,0 71 47,-124 34-16,124-140-31,-35-18 31</inkml:trace>
  <inkml:trace contextRef="#ctx0" brushRef="#br0" timeOffset="38497.61">24642 11995 0,'0'-53'31,"0"106"-31,-230-71 16,142 53-1,35 1-15,18 34 16,35-17-16,0 18 16,0-36-1,35 0-15,18-35 0,18 53 16,-18-53-1,-1 71-15,-16-71 0,-1 35 32,-106 0-1,-34-35-15,-37 36-1,37 16 1,69-52-16</inkml:trace>
  <inkml:trace contextRef="#ctx0" brushRef="#br0" timeOffset="38730.55">25082 11695 0,'0'0'0,"0"35"47,0 89-32,36-36-15,-36 0 16,53 53 0,-18-88-16,0-18 15,-35 18 1</inkml:trace>
  <inkml:trace contextRef="#ctx0" brushRef="#br0" timeOffset="40064.46">24994 12154 0,'0'-36'31,"88"-17"-15,36 53-16,-1-70 16,142-18-1,-177 35-15,-35 17 0,-18-34 32,-52 35-17,-18 35-15,-18 0 16,17 0-16,1 52 15,35-16-15,0 34 16,0 1 0,71-71-1,-36 53-15,35-18 16,-34 18 0,-36-35-1,0 52 1,-36-17 15,36 0-15,0-18-1,36-35 1,52 0 0,-35 0-16,35-35 15,88-88 1,-87 52-16,-19 18 15,-35-18-15,-35 36 16,0 18-16,-88-36 31,-53 70-15,88 54 0,53-1-1,0-34 1,18 17 15,88-53-15,-71 0-1,0 0 1,0-18 0,-35-17-16,36 35 15,-36-36 1,0 1-1,35 0 1,-35 105 47,124-17-32,-89-17-31,106-36 31,-18-36-15,-87 1-16,-1-18 15,-35 18 1,35-953 62,159 2029-47,-141-1041-31,71-18 16,-89-17 0,-35 0-16,0-1 15,-35 36 16,-36 0-15,36 0 0,35 18-16,0 17 0,0 18 15,0 0-15,0 53 16,17-18-16,-17 0 16,71 53-16,-71-35 15,71-18-15,-71-52 16,-71-1-1,-70-35 1,35 0 0,-17-106-1,123 53-15,-53-141 16,194-53 0</inkml:trace>
  <inkml:trace contextRef="#ctx0" brushRef="#br0" timeOffset="40700.53">27605 11536 0,'70'71'62,"-34"70"-46,-1-88-1,-35-18-15,35 18 16,18-106 62,-18-106-47,-35 124-15,53 88 15,0 17-15,-53-34-16,71-1 0,-71 0 16,53 1-16,70 16 46,18-104-14,-105-90-17,-36 72 1,-18-54 0,-17 89-1,35 53 32,0 52-31,17-34-16,19 34 15,-36 1 1,35-71-16,-35 35 16,35-35-16</inkml:trace>
  <inkml:trace contextRef="#ctx0" brushRef="#br0" timeOffset="40929.6">28328 11660 0,'18'-36'31,"35"36"-15,176 0 0,-70-35-1,-54 35 1,-69 0-16</inkml:trace>
  <inkml:trace contextRef="#ctx0" brushRef="#br0" timeOffset="41865.25">29175 11519 0,'0'0'15,"-36"-53"1,36 317 46,0-211-46,0-18-16,18 1 16,53 17-1,-1-53 1,-35 0-16,18 0 0,0-18 16,-17-53-1,-1 1 1,-35 35-16,0-1 31,0 89 0,0 18-15,35-18 0,53-18-1,-17-35 16,-36-18-15,36-35-16,-71-70 31,0 88-15,0 88 31,35 17-32,-35 1 1,35-36 0,1-35-1,-1 0-15,0-53 32,-35-53-17,53 36 16,-18 70-15,1 0 0,16 53-1,19-1-15,-18 1 16,-18-53 0,1 0-16,16 0 0,19 0 15,17-70 1,-53 17-16,-35 18 15,0 17-15,0-17 16,-17-1 0,-36 36-1,0 71 1,53-18 0,0 0-16,0-18 15,0 0-15,53 1 16,17-54 15</inkml:trace>
  <inkml:trace contextRef="#ctx0" brushRef="#br0" timeOffset="42031.46">30480 11236 0,'0'0'31,"-35"-53"-31,52 71 32,-17 17-17</inkml:trace>
  <inkml:trace contextRef="#ctx0" brushRef="#br0" timeOffset="43497.39">29633 9402 0,'0'0'0,"18"35"46,-18 36-30,0 70 0,53 18-1,-18-54 1,18-34 0,-18-71-16,36 53 15,-1-53 1,72 0-1,105-35 1,-106-54-16,-53 36 16,0-17-1,-159 35 17,1 35-1,52 0-16,18 88 1,53 35 0,35-17-1,-88-71-15,53 36 16,-53-36 0,-35 1-1,-71-1 1,-17 0-1,70-35 1</inkml:trace>
  <inkml:trace contextRef="#ctx0" brushRef="#br0" timeOffset="48830.55">22278 13476 0,'0'0'0,"35"-52"47,-70 175 16,-18 18-48,-53 230 1,36-19 0,70-299-1,0-18-15,70 1 16,1 17 0,35-53-16,35 0 15,0 0-15,-35 0 16,-18-36-16,-18 36 0,-34 0 15,-36-35 1,0 0 15,-36 17-15,-17 18 0,53 106 15,0-18-16,0-52 1,0 16 0,-35 1-1,35-17-15,-35-36 16,35 35-16,0 0 16</inkml:trace>
  <inkml:trace contextRef="#ctx0" brushRef="#br0" timeOffset="50253.05">24042 14129 0,'0'0'0,"-35"229"47,35-158-31,0 17-16,0 53 15,0-53 1,0-52 0,35-1-1,-18-35 16,72-159-15,-1-970 0,35 2064-1,-123-970-15,53 35 16,35 70 0,-17 1-1,-18-18 1,-18-53-16,0 0 15,18 0 1,-17-53 0,-36 18-1,0-18-15,0-35 16,0-18-16,-36-35 16,1-124-16,35 195 15,0 246 32,0-105-31,0 34-16,0 19 15,53 52 1,-53-141-16,53-35 16,-18 0-16,18 36 15,35-54 1,-35-17-16,-18 0 15,1-89 1,-1 71 0,-35-17-16,0 34 15,-18 1-15,-35 106 47,71 105-16,88-123 1,-53 0-17,-53-18 48,-18 18-48,18-18-15,0 36 32,18-71-17,52 0 1,-34 0-16,17-53 16,0 0-1,-53 18 1,0-36-1,35 36 17,-35 105-1,0 1-15,0-36-1,70 18 1,-34-17-16,105-54 31,-106-35-15,36 18-1,-71-1-15,35 1 16,-35-35-16,0-1 0,0-17 16,0-194-1,0 246 1,-18 36 31,18 106-32,0-53-15,0 0 16,18 70 0,-18-70-16,35-17 15,-35-1-15,0 0 16,0 0-16,0 1 15,0-1 1</inkml:trace>
  <inkml:trace contextRef="#ctx0" brushRef="#br0" timeOffset="50496.64">26282 13847 0,'0'-18'31,"0"36"-31,0-1 31,35 107-15,-35-71-16,53 35 16,-53 53-1,0-106-15,-18 18 31</inkml:trace>
  <inkml:trace contextRef="#ctx0" brushRef="#br0" timeOffset="51235.06">25806 14111 0,'0'0'0,"123"0"32,124-52-17,-88 52-15,-18 0 16,0 0-16,88-36 16,1-17-1,-177 53-15,-53-35 16,35 35-1,-35-35-15,-18 35 16,-176-36 0,159 36-1,0 0-15,-1 53 16,36-17 0,0 52-16,0-18 15,18-34 1,70-36 15,-17 0-15,-36 0-16,36-18 15,-36-52 1,-35 52-16,0-17 16,35-1-1,-35 1-15,0 53 47,0 35-31,0 0-16,35-53 15,-35 35-15,71-70 63,-71-1-48,71 1-15,-36-18 16,18 18 0,-18 35 15,-35 17-15,35 36-16,-35 71 31,71-89-16,-36-35-15</inkml:trace>
  <inkml:trace contextRef="#ctx0" brushRef="#br0" timeOffset="51698.21">27993 13917 0,'0'0'0,"0"-70"15,-18 17 16,-52 18-15,52 35-16,-52 35 16,70 0-1,-53 0-15,53 18 16,0 0-16,0-17 0,0-1 16,0 18-1,35-53 1,53 0-16,-70 0 15,17 0-15,0-18 16,36-105 0,-71-18-1,0-71 1,0 106 0,0-17-16,0 105 0,0 177 62,0-71-46,35 0-16,-35-17 0,0 17 15,0-35-15,35 0 16,-35 0-16,0-18 16,71-35-16,-36 53 15</inkml:trace>
  <inkml:trace contextRef="#ctx0" brushRef="#br0" timeOffset="52764.18">28434 13917 0,'0'0'0,"53"-70"16,-53 35-1,0 17-15,-35 71 63,35 106-32,88-142 0,-35-17-15,-53-35 0,35 35-16,-35-53 15,0 18-15,0-1 16,-18 1-16,18 0 0,-70 35 15,70-53-15,-53 53 16,18 0 0,35 18 15,52-18-15,1 0-1,18 0-15,35 0 31,35-18-15,-141 53 31,0 18-31,0-18-16,0 18 15,35-53 1,0 36-1,1-36 1,17-18 0,-53-35-1,70 18-15,-17 0 16,-53-1 0,35 36-16,1 18 31,17 35 0,-53-18-31,35-35 16,-35-35 31,0-18-32,0 18-15,0-1 16,35-17-16,18-17 15,-18 17-15,1 53 16,-1-35-16,0 35 16,18 0-16,0 35 15,-53 36 1,53-36-16,-53 0 16,0 0-16,0 1 15,0-54 32,-18-70-31,18 0-1,71-36 1,-18 89-16,-36 35 0,19 0 16,-1 0-16,0 0 15,36 53-15,-71-18 16,0 0-16,0 18 15,-53 0-15,-35 18 16,-1-1-16</inkml:trace>
  <inkml:trace contextRef="#ctx0" brushRef="#br0" timeOffset="53897.28">26317 15223 0,'0'0'0,"0"35"47,53 141-31,0-52 0,18-89-1,-71 0-15,17-35 16,36-105 46,-18-319-30,-35 371-32,36 53 0,-1 106 46,18 53-14,-18 0-32</inkml:trace>
  <inkml:trace contextRef="#ctx0" brushRef="#br0" timeOffset="55063.8">27111 15399 0,'0'0'0,"-35"-35"16,-18 0-16,18 35 16,-1 0-1,-17 0 1,53 35-16,-35 35 0,35-17 16,0 0-16,0 0 15,0-18-15,35-35 16,-35 89-16,106-89 31,-35 0-15,-18-89-1,-53 54-15,0 0 16,35-36 0,-35 107 30,0-1-30,0 0-16,70 36 16,-17-71-1,53 0 1,0-18 0,-71-35-1,1 18-15,-36-18 16,70 0-16,-70-35 15,0-18-15,0 0 0,-35 18 16,35 35 0,-53 18-16,0 35 31,-18 88-15,71 71-1,36-1 1,52-34-1,35-36 1,-105-88 0,17 0-16,36 0 15,-18-53 1,-53-17 0,0 34-16,53 1 15,-53 0-15,0 0 31,-36 70 1,36 71-17,18-71-15,70 0 32,-35-35-17,-18 0-15,1-17 16,34-54-1,-34 0 1,-36 36 0,0-917 46,70 2045-31,18-1093-31,-52 0 16,17 0-16,-18 0 16,35-70-1,-70 34-15,36-16 16,-36 34-16,0-17 16,-36-36-1,1 71-15,0 0 0,0 18 31,35 52-15,0-34-16,0-1 16,35 0-1,106 18 1,-88-53 0,0 0-16</inkml:trace>
  <inkml:trace contextRef="#ctx0" brushRef="#br0" timeOffset="55880.07">29528 14782 0,'0'0'16,"0"17"15,0 19-31,0 52 0,0-18 16,0 19-16,0-37 15,0 19-15,17-36 16,-17 1 0,0 34-16,0-140 46,-17-36-30,-54 18-16,71-36 16,0 18-16,-35-17 15,35 35 1,0 123 15,70 88-15,-17-52-1,18 17 1,-1-53 0,-70 1-16,53-36 15,0 0 1,18-36 0,-71 1-16,35 0 0,-35-18 15,0-35-15,35 0 16,-35 35-1,0 17-15,0 107 47,53 141-31,-53-124 0,35-35-16,-35 0 15,0-1-15,0-16 16,36-1-16,-36 0 0,0 1 31,35 34-31</inkml:trace>
  <inkml:trace contextRef="#ctx0" brushRef="#br0" timeOffset="56363.67">30427 15152 0,'0'0'0,"0"-53"15,35 18-15,-35 0 16,0-1-16,0 1 16,0 0-1,-35 35-15,-88 88 32,87 35-17,36-52 1,53-36 15,0 1-31,18-36 0,-18 0 16,17 0-16,-17 0 15,18-36-15,52-52 16,-70 35 0,35-88-1,-88 53-15,36-53 16,-36 106-16,0 158 62,0 142-30,0-213-32,0 19 15,0-36 1,35-35-16</inkml:trace>
  <inkml:trace contextRef="#ctx0" brushRef="#br0" timeOffset="57249.71">30850 14993 0,'0'0'15,"-17"0"-15,140-35 47,212-53-31,-246 88-1,-1-71-15,0 1 16,-53 35 0,-35-18-1,-141 17 16,106 36-31,-36 0 32,71 89-17,0-19-15,0-17 0,0 0 16,0 0-16,36 17 16,-36-52-16,0 17 15,35-35-15,-35 71 16,0-124 46,88-35-30,-53 88-32,36-988 46,-18 2117-14,-18-1129-17,53 0 1,-88-18-16,53 18 16,-53-53-16,35-88 31,-35 212 31,0 52-30,36-123-32,123-35 46,-124-106-14,-35 106-17,-18 35 1,-17 35 15,70 18-15,0-18-16,36-35 15,-18 0-15,17 0 16</inkml:trace>
  <inkml:trace contextRef="#ctx0" brushRef="#br0" timeOffset="57613.71">32579 14940 0,'0'-70'16,"-18"52"0,-17 18-1,-71 0 1,18 88 15,53-17-15,35-36-1,17-35-15,72 0 16,34-35 0,-35-36-1,-17-52 1,-71 52-16,0-34 15,0-1-15,0-124 16,0 160 0,-88 140 15,-159 301 0,211-336-15</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5-02T09:37:15.049"/>
    </inkml:context>
    <inkml:brush xml:id="br0">
      <inkml:brushProperty name="width" value="0.05292" units="cm"/>
      <inkml:brushProperty name="height" value="0.05292" units="cm"/>
      <inkml:brushProperty name="color" value="#FF0000"/>
    </inkml:brush>
  </inkml:definitions>
  <inkml:trace contextRef="#ctx0" brushRef="#br0">21555 13706 0,'0'0'0,"-36"0"16,1 35-1,106-35 16,299 0-15,-70-71-16,-18 71 16,371-176-1,-389 123 1,-175 53 0,-160 0 46</inkml:trace>
  <inkml:trace contextRef="#ctx0" brushRef="#br0" timeOffset="1780.16">22472 14482 0,'0'0'0,"-35"0"15,52 0 142,-34 0 1030,-54 0-1156,-52 35-15</inkml:trace>
  <inkml:trace contextRef="#ctx0" brushRef="#br0" timeOffset="2599.01">24818 14129 0,'0'0'0,"0"71"47,0-18-32,0 105-15,-53-70 16,53-35-16,0-17 16,0 34-1,35-17 1,-158-18 31,52-35-32</inkml:trace>
  <inkml:trace contextRef="#ctx0" brushRef="#br0" timeOffset="2773.48">24765 14235 0,'0'0'0,"35"-71"31,53 71-31,-35-53 0,36 18 16,69-18 0,-69 18-16,-1 35 15,-53 0-15</inkml:trace>
  <inkml:trace contextRef="#ctx0" brushRef="#br0" timeOffset="3380.26">25506 14023 0,'0'0'16,"35"0"-16,-35 18 78,0 35-62,0-18-1,53-35 1,18 0-16,-1 0 31,-70-35-31,18 35 0,-18-35 16,0-1-1,0 1 1,-71 35 0,36 0-1,123 0 32,-17 18-31,-54 70 31,-34-35-32,-19 17-15,-52 107 16,88-1 0,0-88-16,-35-35 15,35 0-15,-35 18 16,35-36-16,-36 0 15,36 0-15,-35-35 16,35 53-16</inkml:trace>
  <inkml:trace contextRef="#ctx0" brushRef="#br0" timeOffset="3580.85">26194 14870 0,'-18'35'16,"-17"-35"15,35 35-15,88-35-1,353-123 1</inkml:trace>
  <inkml:trace contextRef="#ctx0" brushRef="#br0" timeOffset="3913.53">25012 15858 0,'212'-89'0,"-424"178"0,688-248 15,-246 35-15,-36-17 16,-36 36-16,19 34 16,-19-17-16,1-18 15,0 0-15</inkml:trace>
  <inkml:trace contextRef="#ctx0" brushRef="#br0" timeOffset="5397.49">24800 15593 0,'-35'0'1031</inkml:trace>
  <inkml:trace contextRef="#ctx0" brushRef="#br0" timeOffset="6196.94">26194 13653 0,'17'70'16,"54"-70"-1,-18 0 1,-18 0-16,0 0 16,18 0-16,36 0 15</inkml:trace>
  <inkml:trace contextRef="#ctx0" brushRef="#br0" timeOffset="6464.07">26194 14164 0,'176'0'32,"177"0"-17,-141-70 1,-54 70-16,-17-35 16,124 35-16,-159-53 15,17 53-15,-52 0 16,-18-36-16</inkml:trace>
  <inkml:trace contextRef="#ctx0" brushRef="#br0" timeOffset="8338.14">25665 14658 0,'0'-35'16,"35"35"-1,0-71 1,-35-17 0,0 53-16,0 0 15,0 17-15,0-17 16,0-36-16,0-17 15,0 35 1,0 18-16,-17 0 16,17-1-16,-53 1 15,17 0-15,1 35 0,-36-71 16,19 71-16,-1 0 16,-36 0-16,19 0 15,-36 0-15,-17 35 16,-1 18-16,1 18 15,-1 35-15,-158 88 16,158-88 0,19 17-16,16-52 15,-34 52 1,35-17 0,35 0-1,53-36-15,0 36 16,0 35-1,159 18 1,229 0 0,-177-71-16,36-88 15,-17 53-15,52-53 16,-53-53 0,-52-35-1,-89 35 1,-18 0-16,1-141 31,-18 70-31,-53 19 16,0-1-16,-53 35 15,18 36-15,-18 35 16,-18-35-16,18 35 16,0 0-16,18 17 0,0-17 15,-18 88-15,53-52 16,-53-1-16</inkml:trace>
  <inkml:trace contextRef="#ctx0" brushRef="#br0" timeOffset="8564.45">25665 15082 0,'-18'35'47</inkml:trace>
  <inkml:trace contextRef="#ctx0" brushRef="#br0" timeOffset="9429.94">24324 16687 0,'0'35'16,"-35"-35"124,52 0 282,19-88-391,52 17-15</inkml:trace>
  <inkml:trace contextRef="#ctx0" brushRef="#br0" timeOffset="11147.24">27781 13441 0,'0'35'344,"0"1"-329</inkml:trace>
  <inkml:trace contextRef="#ctx0" brushRef="#br0" timeOffset="15187.34">16175 14940 0,'0'0'0,"-35"0"15,-1 36-15,1-1 16,70-35 31,124 0-32,17 0-15,36 0 16,35 0 0,88-35-16,265-36 15,-353 71 1,-71-53-16,1 53 16</inkml:trace>
  <inkml:trace contextRef="#ctx0" brushRef="#br0" timeOffset="15436.74">17039 15364 0,'0'0'0,"18"0"16,52 0 0,371 0-1,-194 0 1,36-35-16,246 35 16,-318-89-1</inkml:trace>
  <inkml:trace contextRef="#ctx0" brushRef="#br0" timeOffset="17035.25">13494 15858 0,'0'0'31,"17"-89"-31,107-34 16,-124 88 0,35 352 30,-35 159-14,0-387-32,0-36 15,0 35 1</inkml:trace>
  <inkml:trace contextRef="#ctx0" brushRef="#br0" timeOffset="17261.21">14005 16422 0,'0'0'0,"-123"124"31,88-36-31,35-18 16,-53 19-16,53-37 15,53 72 17,17-71-32,-35-53 0</inkml:trace>
  <inkml:trace contextRef="#ctx0" brushRef="#br0" timeOffset="17822.6">14552 16087 0,'0'0'0,"-70"0"15,34 53 1,36-18-16,-35 0 16,35 1-16,0-1 15,0 0-15,71 53 16,-1-88-1,1 0-15,-18 0 0,-1 0 16,-16-52 0,-1-19-1,-35-17 1,0 35-16,-18 0 16,18-18-16,0 36 15,0 18 1,89 52 15,-19 35-15,-35-34-16,1-1 15,70 53 1,-36-53 0,1-35-1,-36 0 1,-35-70-16,35 35 15,-35-18-15,0 0 16,0 0-16,-17-18 0,-19 18 16,1 18-1,0 35-15,-18 0 32,-18 229-17,71-158-15</inkml:trace>
  <inkml:trace contextRef="#ctx0" brushRef="#br0" timeOffset="18046.77">16104 16352 0,'0'0'0,"-123"35"31,123 0-31,-35 0 16,35 1-16,0-1 16,0 0-1,0 1-15,17-36 0,-17 52 16,35-52-16</inkml:trace>
  <inkml:trace contextRef="#ctx0" brushRef="#br0" timeOffset="18713.75">16298 15805 0,'0'-36'15,"0"72"-15,-70-54 32,-18 195-17,88-125 1,17 1-16,36 0 15,176 18 17,-158-89-17,-36-52 1,18 34-16,-53-34 16,35 17-16,-35 0 0,0 0 15,0 18 1,36 35-16,17 17 47,0 36-32,0 18-15,-18-71 16,71 0 0,-36-18-1,-35-35 1,1 18-16,17 0 15,-53-18-15,53 53 16,-53-35-16,35 176 47,71-106-31,70-35-1,-17-18 1,-106-35-16,17 18 15,-34 0 1,-36-18-16,0-18 0,0 18 16,-71 1-16,-17-1 15,0 53-15,35-36 16,-300 195 15,159 106-31</inkml:trace>
  <inkml:trace contextRef="#ctx0" brushRef="#br0" timeOffset="18881">16581 17128 0,'0'0'0,"35"0"15,53-36-15,0-17 16,36-17-16,34-1 15,54 1-15,229-36 16,-212 53 0,-52 0-16</inkml:trace>
  <inkml:trace contextRef="#ctx0" brushRef="#br0" timeOffset="19063.5">18997 16687 0,'0'-18'47,"-18"18"-15,-17 0-32</inkml:trace>
  <inkml:trace contextRef="#ctx0" brushRef="#br0" timeOffset="21812.53">16298 17269 0,'71'0'0,"-142"0"0,653-124 31,-335 124-31,18-88 0,158-18 32,-193 53-32,-72 0 0,19 1 15,-19-37-15,-34 19 16,-1-1-16,-34-17 16,34-124-1,-123 89-15,0 52 16,-18-17-16,-87-35 15,-89-18-15,-71 35 0,-52-18 16,-19 1-16,-69 35 16,52-1-16,-53 19 15,-546-18 1,705 88 0,-35 0-16,35 0 15,-53 0-15,-53 0 16,-53 53-16,1-1 15,-142 72-15,53-18 16,-88 35-16,35-18 16,35 18-16,142-17 15,-300 141 1,405-89-16,-88 283 16,283-230-16,70 18 15,106 158 1,423-87-1,-159-195-15,124-17 16,759-35 0,-460-71-16,1 0 15,0 0-15,70 0 16,-17-159-16,-212 0 16,-36-35-16,54-247 15,-141-211 1,-442 493-1,-70 53 1,53 18-16,-53 35 16,-53 0-16,0 53 0,-53-70 15,1 70-15,-72 0 16,-176 123 0,195-52-16,34 17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381000" y="685800"/>
            <a:ext cx="6096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orporatefinanceinstitute.com/resources/accounting/ppe-property-plant-equipment/"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Vedanta</a:t>
            </a:r>
          </a:p>
          <a:p>
            <a:r>
              <a:rPr lang="en-US" dirty="0"/>
              <a:t>In September 2019, Thomas Cook collapsed after efforts by lenders and creditors to rescue the 178-year holiday business failed. The collapse was blamed on heavy debt, competition from online travel firms and geopolitical uncertainty. Over 100,000 tourists were left stranded around the world and had to be brought back home by special arrangements.</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F14DF-752C-459E-A15E-C4A63D432928}"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9966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earliest accounting records, dating back more than 5,000 years, were found in </a:t>
            </a:r>
            <a:r>
              <a:rPr lang="en-US" sz="1200" b="0" i="0" kern="1200" dirty="0" err="1">
                <a:solidFill>
                  <a:schemeClr val="tx1"/>
                </a:solidFill>
                <a:effectLst/>
                <a:latin typeface="+mn-lt"/>
                <a:ea typeface="+mn-ea"/>
                <a:cs typeface="+mn-cs"/>
              </a:rPr>
              <a:t>Mesopotamia.These</a:t>
            </a:r>
            <a:r>
              <a:rPr lang="en-US" sz="1200" b="0" i="0" kern="1200" dirty="0">
                <a:solidFill>
                  <a:schemeClr val="tx1"/>
                </a:solidFill>
                <a:effectLst/>
                <a:latin typeface="+mn-lt"/>
                <a:ea typeface="+mn-ea"/>
                <a:cs typeface="+mn-cs"/>
              </a:rPr>
              <a:t> primitive methods used clay tokens and tablets to track agricultural goods, livestock, and </a:t>
            </a:r>
            <a:r>
              <a:rPr lang="en-US" sz="1200" b="0" i="0" kern="1200" dirty="0" err="1">
                <a:solidFill>
                  <a:schemeClr val="tx1"/>
                </a:solidFill>
                <a:effectLst/>
                <a:latin typeface="+mn-lt"/>
                <a:ea typeface="+mn-ea"/>
                <a:cs typeface="+mn-cs"/>
              </a:rPr>
              <a:t>transactions</a:t>
            </a:r>
            <a:r>
              <a:rPr lang="en-US" b="0" dirty="0" err="1"/>
              <a:t>Venice:Large</a:t>
            </a:r>
            <a:r>
              <a:rPr lang="en-US" b="0" baseline="0" dirty="0"/>
              <a:t> complex international trade and </a:t>
            </a:r>
            <a:r>
              <a:rPr lang="en-US" b="0" baseline="0" dirty="0" err="1"/>
              <a:t>business,so</a:t>
            </a:r>
            <a:r>
              <a:rPr lang="en-US" b="0" baseline="0" dirty="0"/>
              <a:t> double entry system of accounting evolved.</a:t>
            </a:r>
          </a:p>
          <a:p>
            <a:r>
              <a:rPr lang="en-US" sz="1200" b="0" i="0" kern="1200" dirty="0">
                <a:solidFill>
                  <a:schemeClr val="tx1"/>
                </a:solidFill>
                <a:effectLst/>
                <a:latin typeface="+mn-lt"/>
                <a:ea typeface="+mn-ea"/>
                <a:cs typeface="+mn-cs"/>
              </a:rPr>
              <a:t>double-entry bookkeeping used by Venetian merchants-complex international trade and business.</a:t>
            </a:r>
          </a:p>
          <a:p>
            <a:r>
              <a:rPr lang="en-US" sz="1200" b="0" i="0" kern="1200" dirty="0">
                <a:solidFill>
                  <a:schemeClr val="tx1"/>
                </a:solidFill>
                <a:effectLst/>
                <a:latin typeface="+mn-lt"/>
                <a:ea typeface="+mn-ea"/>
                <a:cs typeface="+mn-cs"/>
              </a:rPr>
              <a:t>Crystallized by </a:t>
            </a:r>
            <a:r>
              <a:rPr lang="it-IT" sz="1200" b="0" i="0" kern="1200" dirty="0">
                <a:solidFill>
                  <a:schemeClr val="tx1"/>
                </a:solidFill>
                <a:effectLst/>
                <a:latin typeface="+mn-lt"/>
                <a:ea typeface="+mn-ea"/>
                <a:cs typeface="+mn-cs"/>
              </a:rPr>
              <a:t> Luca Pacioli. In 1494, he published </a:t>
            </a:r>
            <a:r>
              <a:rPr lang="it-IT" sz="1200" b="0" i="1" kern="1200" dirty="0">
                <a:solidFill>
                  <a:schemeClr val="tx1"/>
                </a:solidFill>
                <a:effectLst/>
                <a:latin typeface="+mn-lt"/>
                <a:ea typeface="+mn-ea"/>
                <a:cs typeface="+mn-cs"/>
              </a:rPr>
              <a:t>Summa de Arithmetica, Geometria, Proportioni et Proportionalita.</a:t>
            </a:r>
          </a:p>
          <a:p>
            <a:r>
              <a:rPr lang="en-US" sz="1200" b="0" i="0" kern="1200" dirty="0">
                <a:solidFill>
                  <a:schemeClr val="tx1"/>
                </a:solidFill>
                <a:effectLst/>
                <a:latin typeface="+mn-lt"/>
                <a:ea typeface="+mn-ea"/>
                <a:cs typeface="+mn-cs"/>
              </a:rPr>
              <a:t>East India Company(Chartered </a:t>
            </a:r>
            <a:r>
              <a:rPr lang="en-US" sz="1200" b="0" i="0" kern="1200" dirty="0" err="1">
                <a:solidFill>
                  <a:schemeClr val="tx1"/>
                </a:solidFill>
                <a:effectLst/>
                <a:latin typeface="+mn-lt"/>
                <a:ea typeface="+mn-ea"/>
                <a:cs typeface="+mn-cs"/>
              </a:rPr>
              <a:t>company,created</a:t>
            </a:r>
            <a:r>
              <a:rPr lang="en-US" sz="1200" b="0" i="0" kern="1200" dirty="0">
                <a:solidFill>
                  <a:schemeClr val="tx1"/>
                </a:solidFill>
                <a:effectLst/>
                <a:latin typeface="+mn-lt"/>
                <a:ea typeface="+mn-ea"/>
                <a:cs typeface="+mn-cs"/>
              </a:rPr>
              <a:t> by a royal charter</a:t>
            </a:r>
            <a:r>
              <a:rPr lang="en-US" sz="1200" b="0" i="0" kern="1200" baseline="0" dirty="0">
                <a:solidFill>
                  <a:schemeClr val="tx1"/>
                </a:solidFill>
                <a:effectLst/>
                <a:latin typeface="+mn-lt"/>
                <a:ea typeface="+mn-ea"/>
                <a:cs typeface="+mn-cs"/>
              </a:rPr>
              <a:t> but no clear </a:t>
            </a:r>
            <a:r>
              <a:rPr lang="en-US" sz="1200" b="0" i="0" kern="1200" baseline="0" dirty="0" err="1">
                <a:solidFill>
                  <a:schemeClr val="tx1"/>
                </a:solidFill>
                <a:effectLst/>
                <a:latin typeface="+mn-lt"/>
                <a:ea typeface="+mn-ea"/>
                <a:cs typeface="+mn-cs"/>
              </a:rPr>
              <a:t>definitioj</a:t>
            </a:r>
            <a:r>
              <a:rPr lang="en-US" sz="1200" b="0" i="0" kern="1200" baseline="0" dirty="0">
                <a:solidFill>
                  <a:schemeClr val="tx1"/>
                </a:solidFill>
                <a:effectLst/>
                <a:latin typeface="+mn-lt"/>
                <a:ea typeface="+mn-ea"/>
                <a:cs typeface="+mn-cs"/>
              </a:rPr>
              <a:t>  of separate legal entity)</a:t>
            </a:r>
            <a:r>
              <a:rPr lang="en-US" sz="1200" b="0" i="0" kern="1200" dirty="0">
                <a:solidFill>
                  <a:schemeClr val="tx1"/>
                </a:solidFill>
                <a:effectLst/>
                <a:latin typeface="+mn-lt"/>
                <a:ea typeface="+mn-ea"/>
                <a:cs typeface="+mn-cs"/>
              </a:rPr>
              <a:t> and Industrial Revolution: The rise of large corporations and complex manufacturing during the Industrial Revolution created a demand for more sophisticated accounting</a:t>
            </a:r>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10</a:t>
            </a:fld>
            <a:endParaRPr lang="en-US"/>
          </a:p>
        </p:txBody>
      </p:sp>
    </p:spTree>
    <p:extLst>
      <p:ext uri="{BB962C8B-B14F-4D97-AF65-F5344CB8AC3E}">
        <p14:creationId xmlns:p14="http://schemas.microsoft.com/office/powerpoint/2010/main" val="3375282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https://www.businesstoday.in/latest/corporate/story/united-breweries-united-spirits-grow-in-value-as-vijay-mallya-extradition-trial-enters-last-leg-249772-2020-02-10</a:t>
            </a:r>
          </a:p>
        </p:txBody>
      </p:sp>
      <p:sp>
        <p:nvSpPr>
          <p:cNvPr id="4" name="Slide Number Placeholder 3"/>
          <p:cNvSpPr>
            <a:spLocks noGrp="1"/>
          </p:cNvSpPr>
          <p:nvPr>
            <p:ph type="sldNum" sz="quarter" idx="10"/>
          </p:nvPr>
        </p:nvSpPr>
        <p:spPr/>
        <p:txBody>
          <a:bodyPr/>
          <a:lstStyle/>
          <a:p>
            <a:fld id="{8E6F14DF-752C-459E-A15E-C4A63D432928}" type="slidenum">
              <a:rPr lang="en-US" smtClean="0"/>
              <a:pPr/>
              <a:t>11</a:t>
            </a:fld>
            <a:endParaRPr lang="en-US"/>
          </a:p>
        </p:txBody>
      </p:sp>
    </p:spTree>
    <p:extLst>
      <p:ext uri="{BB962C8B-B14F-4D97-AF65-F5344CB8AC3E}">
        <p14:creationId xmlns:p14="http://schemas.microsoft.com/office/powerpoint/2010/main" val="218519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AIccordingly</a:t>
            </a:r>
            <a:r>
              <a:rPr lang="en-US" dirty="0"/>
              <a:t>, if nothing is paid to acquire an asset; the same will not be usually recorded as an  asset,</a:t>
            </a:r>
          </a:p>
          <a:p>
            <a:r>
              <a:rPr lang="en-US" b="1" dirty="0"/>
              <a:t>IFRS allows</a:t>
            </a:r>
            <a:r>
              <a:rPr lang="en-US" b="1" baseline="0" dirty="0"/>
              <a:t> land appreciation(write up)in some </a:t>
            </a:r>
            <a:r>
              <a:rPr lang="en-US" b="1" baseline="0" dirty="0" err="1"/>
              <a:t>cases,gaap</a:t>
            </a:r>
            <a:r>
              <a:rPr lang="en-US" b="1" baseline="0" dirty="0"/>
              <a:t> does </a:t>
            </a:r>
            <a:r>
              <a:rPr lang="en-US" b="1" baseline="0" dirty="0" err="1"/>
              <a:t>not.GAAP</a:t>
            </a:r>
            <a:r>
              <a:rPr lang="en-US" b="1" baseline="0" dirty="0"/>
              <a:t>-rule </a:t>
            </a:r>
            <a:r>
              <a:rPr lang="en-US" b="1" baseline="0" dirty="0" err="1"/>
              <a:t>based,IFRS</a:t>
            </a:r>
            <a:r>
              <a:rPr lang="en-US" b="1" baseline="0" dirty="0"/>
              <a:t> –Principle based</a:t>
            </a:r>
            <a:endParaRPr lang="en-US" b="1" dirty="0"/>
          </a:p>
          <a:p>
            <a:r>
              <a:rPr lang="en-US" b="1" dirty="0"/>
              <a:t>IFRS (International Financial Reporting Standards):</a:t>
            </a:r>
          </a:p>
          <a:p>
            <a:r>
              <a:rPr lang="en-US" dirty="0"/>
              <a:t>Used in </a:t>
            </a:r>
            <a:r>
              <a:rPr lang="en-US" b="1" dirty="0"/>
              <a:t>140+ countries</a:t>
            </a:r>
            <a:r>
              <a:rPr lang="en-US" dirty="0"/>
              <a:t>, including:</a:t>
            </a:r>
          </a:p>
          <a:p>
            <a:pPr lvl="1"/>
            <a:r>
              <a:rPr lang="en-US" dirty="0"/>
              <a:t>All of the </a:t>
            </a:r>
            <a:r>
              <a:rPr lang="en-US" b="1" dirty="0"/>
              <a:t>European Union</a:t>
            </a:r>
            <a:endParaRPr lang="en-US" dirty="0"/>
          </a:p>
          <a:p>
            <a:pPr lvl="1"/>
            <a:r>
              <a:rPr lang="en-US" b="1" dirty="0"/>
              <a:t>Australia</a:t>
            </a:r>
            <a:endParaRPr lang="en-US" dirty="0"/>
          </a:p>
          <a:p>
            <a:pPr lvl="1"/>
            <a:r>
              <a:rPr lang="en-US" b="1" dirty="0"/>
              <a:t>Canada</a:t>
            </a:r>
            <a:endParaRPr lang="en-US" dirty="0"/>
          </a:p>
          <a:p>
            <a:pPr lvl="1"/>
            <a:r>
              <a:rPr lang="en-US" b="1" dirty="0"/>
              <a:t>India</a:t>
            </a:r>
            <a:r>
              <a:rPr lang="en-US" dirty="0"/>
              <a:t> (with some modifications, called </a:t>
            </a:r>
            <a:r>
              <a:rPr lang="en-US" dirty="0" err="1"/>
              <a:t>Ind</a:t>
            </a:r>
            <a:r>
              <a:rPr lang="en-US" dirty="0"/>
              <a:t> AS)</a:t>
            </a:r>
          </a:p>
          <a:p>
            <a:pPr lvl="1"/>
            <a:r>
              <a:rPr lang="en-US" b="1" dirty="0"/>
              <a:t>South Africa</a:t>
            </a:r>
            <a:r>
              <a:rPr lang="en-US" dirty="0"/>
              <a:t>, </a:t>
            </a:r>
            <a:r>
              <a:rPr lang="en-US" b="1" dirty="0"/>
              <a:t>Singapore</a:t>
            </a:r>
            <a:r>
              <a:rPr lang="en-US" dirty="0"/>
              <a:t>, </a:t>
            </a:r>
            <a:r>
              <a:rPr lang="en-US" b="1" dirty="0"/>
              <a:t>Brazil</a:t>
            </a:r>
            <a:r>
              <a:rPr lang="en-US" dirty="0"/>
              <a:t>, and more</a:t>
            </a:r>
          </a:p>
          <a:p>
            <a:r>
              <a:rPr lang="en-US" b="1" dirty="0"/>
              <a:t>Purpose:</a:t>
            </a:r>
            <a:r>
              <a:rPr lang="en-US" dirty="0"/>
              <a:t> To unify accounting standards internationally for better comparability and global investment.</a:t>
            </a:r>
          </a:p>
          <a:p>
            <a:r>
              <a:rPr lang="en-US" b="1" dirty="0"/>
              <a:t>🇺🇸 GAAP (Generally Accepted Accounting Principles):</a:t>
            </a:r>
          </a:p>
          <a:p>
            <a:r>
              <a:rPr lang="en-US" dirty="0"/>
              <a:t>Primarily used </a:t>
            </a:r>
            <a:r>
              <a:rPr lang="en-US" b="1" dirty="0"/>
              <a:t>only in the United States</a:t>
            </a:r>
            <a:r>
              <a:rPr lang="en-US" dirty="0"/>
              <a:t>.</a:t>
            </a:r>
          </a:p>
          <a:p>
            <a:r>
              <a:rPr lang="en-US" dirty="0"/>
              <a:t>Set by the </a:t>
            </a:r>
            <a:r>
              <a:rPr lang="en-US" b="1" dirty="0"/>
              <a:t>Financial Accounting Standards Board (FASB)</a:t>
            </a:r>
            <a:r>
              <a:rPr lang="en-US" dirty="0"/>
              <a:t>.</a:t>
            </a:r>
          </a:p>
          <a:p>
            <a:r>
              <a:rPr lang="en-US" b="1" dirty="0"/>
              <a:t>More rules-based</a:t>
            </a:r>
            <a:r>
              <a:rPr lang="en-US" dirty="0"/>
              <a:t> than IFRS, which is more </a:t>
            </a:r>
            <a:r>
              <a:rPr lang="en-US" b="1" dirty="0"/>
              <a:t>principles-based</a:t>
            </a:r>
            <a:r>
              <a:rPr lang="en-US" dirty="0"/>
              <a:t>.</a:t>
            </a: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14</a:t>
            </a:fld>
            <a:endParaRPr lang="en-US"/>
          </a:p>
        </p:txBody>
      </p:sp>
    </p:spTree>
    <p:extLst>
      <p:ext uri="{BB962C8B-B14F-4D97-AF65-F5344CB8AC3E}">
        <p14:creationId xmlns:p14="http://schemas.microsoft.com/office/powerpoint/2010/main" val="2152666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i="0" kern="1200" dirty="0">
                <a:solidFill>
                  <a:schemeClr val="tx1"/>
                </a:solidFill>
                <a:effectLst/>
                <a:latin typeface="+mn-lt"/>
                <a:ea typeface="+mn-ea"/>
                <a:cs typeface="+mn-cs"/>
              </a:rPr>
              <a:t>https://andersonadvisors.com/mark-to-market/#:~:text=Suffice%20it%20to%20say%2C%20though,appear%20in%20good%20financial%20health.</a:t>
            </a:r>
          </a:p>
          <a:p>
            <a:r>
              <a:rPr lang="en-US" dirty="0" err="1"/>
              <a:t>nron</a:t>
            </a:r>
            <a:r>
              <a:rPr lang="en-US" dirty="0"/>
              <a:t> used MTM in </a:t>
            </a:r>
            <a:r>
              <a:rPr lang="en-US" b="1" dirty="0"/>
              <a:t>non-financial business</a:t>
            </a:r>
            <a:r>
              <a:rPr lang="en-US" dirty="0"/>
              <a:t> activities (like energy contracts), which was highly unusual and problematic.</a:t>
            </a:r>
          </a:p>
          <a:p>
            <a:r>
              <a:rPr lang="en-US" b="1" dirty="0"/>
              <a:t>Here's what they did:</a:t>
            </a:r>
          </a:p>
          <a:p>
            <a:r>
              <a:rPr lang="en-US" b="1" dirty="0"/>
              <a:t>Long-Term Contracts:</a:t>
            </a:r>
            <a:endParaRPr lang="en-US" dirty="0"/>
          </a:p>
          <a:p>
            <a:pPr lvl="1"/>
            <a:r>
              <a:rPr lang="en-US" dirty="0"/>
              <a:t>Enron signed 10–20 year energy contracts.</a:t>
            </a:r>
          </a:p>
          <a:p>
            <a:pPr lvl="2"/>
            <a:r>
              <a:rPr lang="en-US" dirty="0"/>
              <a:t>Instead of recording income as it was earned over time, they </a:t>
            </a:r>
            <a:r>
              <a:rPr lang="en-US" b="1" dirty="0"/>
              <a:t>estimated the total future profit immediately</a:t>
            </a:r>
            <a:r>
              <a:rPr lang="en-US" dirty="0"/>
              <a:t> (based on aggressive assumptions) and booked it </a:t>
            </a:r>
            <a:r>
              <a:rPr lang="en-US" b="1" dirty="0"/>
              <a:t>all upfront</a:t>
            </a:r>
            <a:r>
              <a:rPr lang="en-US" dirty="0"/>
              <a:t>.</a:t>
            </a:r>
          </a:p>
          <a:p>
            <a:r>
              <a:rPr lang="en-US" b="1" dirty="0"/>
              <a:t>Unrealistic Assumptions:</a:t>
            </a:r>
            <a:endParaRPr lang="en-US" dirty="0"/>
          </a:p>
          <a:p>
            <a:pPr lvl="1"/>
            <a:r>
              <a:rPr lang="en-US" dirty="0"/>
              <a:t>The future earnings were based on </a:t>
            </a:r>
            <a:r>
              <a:rPr lang="en-US" b="1" dirty="0"/>
              <a:t>speculative projections</a:t>
            </a:r>
            <a:r>
              <a:rPr lang="en-US" dirty="0"/>
              <a:t>, not actual performance.</a:t>
            </a:r>
          </a:p>
          <a:p>
            <a:pPr lvl="1"/>
            <a:r>
              <a:rPr lang="en-US" dirty="0"/>
              <a:t>Enron often </a:t>
            </a:r>
            <a:r>
              <a:rPr lang="en-US" b="1" dirty="0"/>
              <a:t>overstated profits</a:t>
            </a:r>
            <a:r>
              <a:rPr lang="en-US" dirty="0"/>
              <a:t> early on, while actual cash wouldn't come in for years (if ever).</a:t>
            </a:r>
          </a:p>
          <a:p>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Enron was a conglomerate that specialized in energy production and commodities, eventually transitioning into certain financial services (including brokerages). The Enron scandal and its subsequent downfall is </a:t>
            </a:r>
            <a:r>
              <a:rPr lang="en-US" sz="1200" b="0" i="1" kern="1200" dirty="0">
                <a:solidFill>
                  <a:schemeClr val="tx1"/>
                </a:solidFill>
                <a:effectLst/>
                <a:latin typeface="+mn-lt"/>
                <a:ea typeface="+mn-ea"/>
                <a:cs typeface="+mn-cs"/>
              </a:rPr>
              <a:t>the</a:t>
            </a:r>
            <a:r>
              <a:rPr lang="en-US" sz="1200" b="0" i="0" kern="1200" dirty="0">
                <a:solidFill>
                  <a:schemeClr val="tx1"/>
                </a:solidFill>
                <a:effectLst/>
                <a:latin typeface="+mn-lt"/>
                <a:ea typeface="+mn-ea"/>
                <a:cs typeface="+mn-cs"/>
              </a:rPr>
              <a:t> stock market drama of the last several decades. Enron’s fall from grace cost thousands of Americans their jobs and shook up Wall Street. Stock prices plunged from more than $90 to 26 cents before they filed for bankruptcy. There’s no mystery as to how such a massive corporation disintegrated almost overnight—it’s because it had an outstanding history of deceptive business practices. Additionally, Enron also used special purpose entities to hide a high amount of debt and soured assets from their creditors and investors.</a:t>
            </a:r>
          </a:p>
          <a:p>
            <a:pPr fontAlgn="base"/>
            <a:r>
              <a:rPr lang="en-US" sz="1200" b="0" i="0" kern="1200" dirty="0">
                <a:solidFill>
                  <a:schemeClr val="tx1"/>
                </a:solidFill>
                <a:effectLst/>
                <a:latin typeface="+mn-lt"/>
                <a:ea typeface="+mn-ea"/>
                <a:cs typeface="+mn-cs"/>
              </a:rPr>
              <a:t>As far as mark-to-market accounting went, Enron would engage in the building of assets (say, for instance, a power plant) and log its projected revenue on the books, even if it had yet to produce a dime of income or cash flow. If the asset ended up taking a loss, Enron would transfer the asset to a subsidiary that wasn’t on their own accounting record, essentially making it disappear</a:t>
            </a:r>
          </a:p>
          <a:p>
            <a:r>
              <a:rPr lang="en-US" sz="1200" b="0" i="0" kern="1200" dirty="0">
                <a:solidFill>
                  <a:schemeClr val="tx1"/>
                </a:solidFill>
                <a:effectLst/>
                <a:latin typeface="+mn-lt"/>
                <a:ea typeface="+mn-ea"/>
                <a:cs typeface="+mn-cs"/>
              </a:rPr>
              <a:t>Under MTM accounting, assets can be recorded on a company’s balance sheet at their fair market value (as opposed to their book values). With MTM, companies can also list their profits as projections, rather than actual numbers.</a:t>
            </a:r>
          </a:p>
          <a:p>
            <a:r>
              <a:rPr lang="en-US" sz="1200" b="0" i="0" kern="1200" dirty="0">
                <a:solidFill>
                  <a:schemeClr val="tx1"/>
                </a:solidFill>
                <a:effectLst/>
                <a:latin typeface="+mn-lt"/>
                <a:ea typeface="+mn-ea"/>
                <a:cs typeface="+mn-cs"/>
              </a:rPr>
              <a:t>An example of a company exploiting MTM accounting is if it were to report its projected cash flows that would result from a new piece of </a:t>
            </a:r>
            <a:r>
              <a:rPr lang="en-US" sz="1200" b="0" i="0" u="none" strike="noStrike" kern="1200" dirty="0">
                <a:solidFill>
                  <a:schemeClr val="tx1"/>
                </a:solidFill>
                <a:effectLst/>
                <a:latin typeface="+mn-lt"/>
                <a:ea typeface="+mn-ea"/>
                <a:cs typeface="+mn-cs"/>
                <a:hlinkClick r:id="rId3"/>
              </a:rPr>
              <a:t>property, plant, and equipment (PP&amp;E)</a:t>
            </a:r>
            <a:r>
              <a:rPr lang="en-US" sz="1200" b="0" i="0" kern="1200" dirty="0">
                <a:solidFill>
                  <a:schemeClr val="tx1"/>
                </a:solidFill>
                <a:effectLst/>
                <a:latin typeface="+mn-lt"/>
                <a:ea typeface="+mn-ea"/>
                <a:cs typeface="+mn-cs"/>
              </a:rPr>
              <a:t> such as a factory. Naturally, companies would be incentivized to be as optimistic as possible in their outlook since it would help bolster their stock price and encourage more investors to invest in the company.</a:t>
            </a:r>
          </a:p>
          <a:p>
            <a:endParaRPr lang="en-US" sz="1200" b="0" i="0" kern="1200" dirty="0">
              <a:solidFill>
                <a:schemeClr val="tx1"/>
              </a:solidFill>
              <a:effectLst/>
              <a:latin typeface="+mn-lt"/>
              <a:ea typeface="+mn-ea"/>
              <a:cs typeface="+mn-cs"/>
            </a:endParaRPr>
          </a:p>
          <a:p>
            <a:r>
              <a:rPr lang="en-US" dirty="0"/>
              <a:t>When contracts underperformed, Enron used </a:t>
            </a:r>
            <a:r>
              <a:rPr lang="en-US" b="1" dirty="0"/>
              <a:t>three major tricks</a:t>
            </a:r>
            <a:r>
              <a:rPr lang="en-US" dirty="0"/>
              <a:t>:</a:t>
            </a:r>
          </a:p>
          <a:p>
            <a:r>
              <a:rPr lang="en-US" dirty="0"/>
              <a:t>Instead of marking assets </a:t>
            </a:r>
            <a:r>
              <a:rPr lang="en-US" dirty="0" err="1"/>
              <a:t>down:They</a:t>
            </a:r>
            <a:r>
              <a:rPr lang="en-US" dirty="0"/>
              <a:t> </a:t>
            </a:r>
            <a:r>
              <a:rPr lang="en-US" b="1" dirty="0"/>
              <a:t>changed assumptions</a:t>
            </a:r>
            <a:r>
              <a:rPr lang="en-US" b="0" baseline="0" dirty="0"/>
              <a:t> and </a:t>
            </a:r>
            <a:r>
              <a:rPr lang="en-US" dirty="0"/>
              <a:t>Used more optimistic price curves</a:t>
            </a:r>
          </a:p>
          <a:p>
            <a:r>
              <a:rPr lang="en-US" dirty="0"/>
              <a:t>marking losses” in Special Purpose Entities (SPEs)</a:t>
            </a:r>
          </a:p>
          <a:p>
            <a:r>
              <a:rPr lang="en-US" dirty="0"/>
              <a:t>Using Enron stock to “hedge” losses (fake hedges)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19</a:t>
            </a:fld>
            <a:endParaRPr lang="en-US"/>
          </a:p>
        </p:txBody>
      </p:sp>
    </p:spTree>
    <p:extLst>
      <p:ext uri="{BB962C8B-B14F-4D97-AF65-F5344CB8AC3E}">
        <p14:creationId xmlns:p14="http://schemas.microsoft.com/office/powerpoint/2010/main" val="2540402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22</a:t>
            </a:fld>
            <a:endParaRPr lang="en-US"/>
          </a:p>
        </p:txBody>
      </p:sp>
    </p:spTree>
    <p:extLst>
      <p:ext uri="{BB962C8B-B14F-4D97-AF65-F5344CB8AC3E}">
        <p14:creationId xmlns:p14="http://schemas.microsoft.com/office/powerpoint/2010/main" val="759394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Indicators of transfer of control (non-exhaustive)</a:t>
            </a:r>
          </a:p>
          <a:p>
            <a:r>
              <a:rPr lang="en-US" b="0" dirty="0"/>
              <a:t>Used to judge when control transfers:</a:t>
            </a:r>
          </a:p>
          <a:p>
            <a:r>
              <a:rPr lang="en-US" b="0" dirty="0"/>
              <a:t>Present right to payment</a:t>
            </a:r>
          </a:p>
          <a:p>
            <a:r>
              <a:rPr lang="en-US" b="0" dirty="0"/>
              <a:t>Transfer of legal title</a:t>
            </a:r>
          </a:p>
          <a:p>
            <a:r>
              <a:rPr lang="en-US" b="0" dirty="0"/>
              <a:t>Transfer of physical possession</a:t>
            </a:r>
          </a:p>
          <a:p>
            <a:r>
              <a:rPr lang="en-US" b="0" dirty="0"/>
              <a:t>Transfer of significant risks and rewards </a:t>
            </a:r>
            <a:r>
              <a:rPr lang="en-US" b="0" i="1" dirty="0"/>
              <a:t>(only an indicator, not a test)</a:t>
            </a:r>
            <a:endParaRPr lang="en-US" b="0" dirty="0"/>
          </a:p>
          <a:p>
            <a:r>
              <a:rPr lang="en-US" b="0" dirty="0"/>
              <a:t>Customer acceptance</a:t>
            </a:r>
          </a:p>
        </p:txBody>
      </p:sp>
      <p:sp>
        <p:nvSpPr>
          <p:cNvPr id="4" name="Slide Number Placeholder 3"/>
          <p:cNvSpPr>
            <a:spLocks noGrp="1"/>
          </p:cNvSpPr>
          <p:nvPr>
            <p:ph type="sldNum" sz="quarter" idx="10"/>
          </p:nvPr>
        </p:nvSpPr>
        <p:spPr/>
        <p:txBody>
          <a:bodyPr/>
          <a:lstStyle/>
          <a:p>
            <a:fld id="{8E6F14DF-752C-459E-A15E-C4A63D432928}" type="slidenum">
              <a:rPr lang="en-US" smtClean="0"/>
              <a:pPr/>
              <a:t>23</a:t>
            </a:fld>
            <a:endParaRPr lang="en-US"/>
          </a:p>
        </p:txBody>
      </p:sp>
    </p:spTree>
    <p:extLst>
      <p:ext uri="{BB962C8B-B14F-4D97-AF65-F5344CB8AC3E}">
        <p14:creationId xmlns:p14="http://schemas.microsoft.com/office/powerpoint/2010/main" val="3996729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Indicators of transfer of control (non-exhaustive)</a:t>
            </a:r>
          </a:p>
          <a:p>
            <a:r>
              <a:rPr lang="en-US" b="0" dirty="0"/>
              <a:t>Used to judge when control transfers:</a:t>
            </a:r>
          </a:p>
          <a:p>
            <a:r>
              <a:rPr lang="en-US" b="0" dirty="0"/>
              <a:t>Present right to payment</a:t>
            </a:r>
          </a:p>
          <a:p>
            <a:r>
              <a:rPr lang="en-US" b="0" dirty="0"/>
              <a:t>Transfer of legal title</a:t>
            </a:r>
          </a:p>
          <a:p>
            <a:r>
              <a:rPr lang="en-US" b="0" dirty="0"/>
              <a:t>Transfer of physical possession</a:t>
            </a:r>
          </a:p>
          <a:p>
            <a:r>
              <a:rPr lang="en-US" b="1" dirty="0"/>
              <a:t>ASC</a:t>
            </a:r>
            <a:r>
              <a:rPr lang="en-US" dirty="0"/>
              <a:t> stands for </a:t>
            </a:r>
            <a:r>
              <a:rPr lang="en-US" b="1" dirty="0"/>
              <a:t>Accounting Standards Codification</a:t>
            </a:r>
            <a:r>
              <a:rPr lang="en-US" dirty="0"/>
              <a:t>.</a:t>
            </a:r>
          </a:p>
          <a:p>
            <a:r>
              <a:rPr lang="en-US" dirty="0"/>
              <a:t>It is </a:t>
            </a:r>
            <a:r>
              <a:rPr lang="en-US" b="1" dirty="0"/>
              <a:t>not a single standard</a:t>
            </a:r>
            <a:r>
              <a:rPr lang="en-US" dirty="0"/>
              <a:t>, but the </a:t>
            </a:r>
            <a:r>
              <a:rPr lang="en-US" b="1" dirty="0"/>
              <a:t>authoritative source of US GAAP</a:t>
            </a:r>
            <a:r>
              <a:rPr lang="en-US" dirty="0"/>
              <a:t>.</a:t>
            </a:r>
          </a:p>
          <a:p>
            <a:endParaRPr lang="en-US" b="0" dirty="0"/>
          </a:p>
          <a:p>
            <a:r>
              <a:rPr lang="en-US" b="0" dirty="0"/>
              <a:t>Transfer of significant risks and rewards </a:t>
            </a:r>
            <a:r>
              <a:rPr lang="en-US" b="0" i="1" dirty="0"/>
              <a:t>(only an indicator, not a test)</a:t>
            </a:r>
            <a:endParaRPr lang="en-US" b="0" dirty="0"/>
          </a:p>
          <a:p>
            <a:r>
              <a:rPr lang="en-US" b="0" dirty="0"/>
              <a:t>Customer acceptance</a:t>
            </a:r>
          </a:p>
        </p:txBody>
      </p:sp>
      <p:sp>
        <p:nvSpPr>
          <p:cNvPr id="4" name="Slide Number Placeholder 3"/>
          <p:cNvSpPr>
            <a:spLocks noGrp="1"/>
          </p:cNvSpPr>
          <p:nvPr>
            <p:ph type="sldNum" sz="quarter" idx="10"/>
          </p:nvPr>
        </p:nvSpPr>
        <p:spPr/>
        <p:txBody>
          <a:bodyPr/>
          <a:lstStyle/>
          <a:p>
            <a:fld id="{8E6F14DF-752C-459E-A15E-C4A63D432928}" type="slidenum">
              <a:rPr lang="en-US" smtClean="0"/>
              <a:pPr/>
              <a:t>24</a:t>
            </a:fld>
            <a:endParaRPr lang="en-US"/>
          </a:p>
        </p:txBody>
      </p:sp>
    </p:spTree>
    <p:extLst>
      <p:ext uri="{BB962C8B-B14F-4D97-AF65-F5344CB8AC3E}">
        <p14:creationId xmlns:p14="http://schemas.microsoft.com/office/powerpoint/2010/main" val="3762875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hire purchase, the buyer uses the asset during the payment period, but ownership is transferred only upon full payment. In installment sales, ownership is immediately transferred to the buyer, even though they make payments over time</a:t>
            </a:r>
            <a:r>
              <a:rPr lang="en-US" dirty="0"/>
              <a:t>https://www.toppr.com/guides/business-laws/the-sale-of-goods-act-1930/passing-of-property-part-1/</a:t>
            </a:r>
          </a:p>
          <a:p>
            <a:r>
              <a:rPr lang="en-US" sz="1200" b="0" i="0" kern="1200" dirty="0">
                <a:solidFill>
                  <a:schemeClr val="tx1"/>
                </a:solidFill>
                <a:effectLst/>
                <a:latin typeface="+mn-lt"/>
                <a:ea typeface="+mn-ea"/>
                <a:cs typeface="+mn-cs"/>
              </a:rPr>
              <a:t>Installment sales may be regarded as calling for special treatment whereby gross profit is related to the</a:t>
            </a:r>
          </a:p>
          <a:p>
            <a:r>
              <a:rPr lang="en-US" sz="1200" b="0" i="0" kern="1200" dirty="0">
                <a:solidFill>
                  <a:schemeClr val="tx1"/>
                </a:solidFill>
                <a:effectLst/>
                <a:latin typeface="+mn-lt"/>
                <a:ea typeface="+mn-ea"/>
                <a:cs typeface="+mn-cs"/>
              </a:rPr>
              <a:t>periods in which the installment receivables are collected rather than to the periods in which the</a:t>
            </a:r>
          </a:p>
          <a:p>
            <a:r>
              <a:rPr lang="en-US" sz="1200" b="0" i="0" kern="1200" dirty="0">
                <a:solidFill>
                  <a:schemeClr val="tx1"/>
                </a:solidFill>
                <a:effectLst/>
                <a:latin typeface="+mn-lt"/>
                <a:ea typeface="+mn-ea"/>
                <a:cs typeface="+mn-cs"/>
              </a:rPr>
              <a:t>receivable are created. The inflow of cash (collections) rather than the time of sale become the criterion</a:t>
            </a:r>
          </a:p>
          <a:p>
            <a:r>
              <a:rPr lang="en-US" sz="1200" b="0" i="0" kern="1200" dirty="0">
                <a:solidFill>
                  <a:schemeClr val="tx1"/>
                </a:solidFill>
                <a:effectLst/>
                <a:latin typeface="+mn-lt"/>
                <a:ea typeface="+mn-ea"/>
                <a:cs typeface="+mn-cs"/>
              </a:rPr>
              <a:t>for revenue recognition</a:t>
            </a:r>
          </a:p>
          <a:p>
            <a:r>
              <a:rPr lang="en-US" sz="1200" b="1" dirty="0"/>
              <a:t>1. Hire Purchase :</a:t>
            </a:r>
          </a:p>
          <a:p>
            <a:r>
              <a:rPr lang="en-US" sz="1200" dirty="0"/>
              <a:t>Revenue is recognized at the time of sale, even though payment is received in installments over time.</a:t>
            </a:r>
          </a:p>
          <a:p>
            <a:r>
              <a:rPr lang="en-US" sz="1200" dirty="0"/>
              <a:t>Why? Because the ownership and risks are transferred upfront.</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25</a:t>
            </a:fld>
            <a:endParaRPr lang="en-US"/>
          </a:p>
        </p:txBody>
      </p:sp>
    </p:spTree>
    <p:extLst>
      <p:ext uri="{BB962C8B-B14F-4D97-AF65-F5344CB8AC3E}">
        <p14:creationId xmlns:p14="http://schemas.microsoft.com/office/powerpoint/2010/main" val="3398062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https://www.toppr.com/guides/business-laws/the-sale-of-goods-act-1930/passing-of-property-part-1/</a:t>
            </a:r>
          </a:p>
          <a:p>
            <a:r>
              <a:rPr lang="en-US" sz="1200" b="0" i="0" kern="1200" dirty="0">
                <a:solidFill>
                  <a:schemeClr val="tx1"/>
                </a:solidFill>
                <a:effectLst/>
                <a:latin typeface="+mn-lt"/>
                <a:ea typeface="+mn-ea"/>
                <a:cs typeface="+mn-cs"/>
              </a:rPr>
              <a:t>Installment sales may be regarded as calling for special treatment whereby gross profit is related to the</a:t>
            </a:r>
          </a:p>
          <a:p>
            <a:r>
              <a:rPr lang="en-US" sz="1200" b="0" i="0" kern="1200" dirty="0">
                <a:solidFill>
                  <a:schemeClr val="tx1"/>
                </a:solidFill>
                <a:effectLst/>
                <a:latin typeface="+mn-lt"/>
                <a:ea typeface="+mn-ea"/>
                <a:cs typeface="+mn-cs"/>
              </a:rPr>
              <a:t>periods in which the installment receivables are collected rather than to the periods in which the</a:t>
            </a:r>
          </a:p>
          <a:p>
            <a:r>
              <a:rPr lang="en-US" sz="1200" b="0" i="0" kern="1200" dirty="0">
                <a:solidFill>
                  <a:schemeClr val="tx1"/>
                </a:solidFill>
                <a:effectLst/>
                <a:latin typeface="+mn-lt"/>
                <a:ea typeface="+mn-ea"/>
                <a:cs typeface="+mn-cs"/>
              </a:rPr>
              <a:t>receivable are created. The inflow of cash (collections) rather than the time of sale become the criterion</a:t>
            </a:r>
          </a:p>
          <a:p>
            <a:r>
              <a:rPr lang="en-US" sz="1200" b="0" i="0" kern="1200" dirty="0">
                <a:solidFill>
                  <a:schemeClr val="tx1"/>
                </a:solidFill>
                <a:effectLst/>
                <a:latin typeface="+mn-lt"/>
                <a:ea typeface="+mn-ea"/>
                <a:cs typeface="+mn-cs"/>
              </a:rPr>
              <a:t>for revenue recognition</a:t>
            </a:r>
          </a:p>
          <a:p>
            <a:r>
              <a:rPr lang="en-US" dirty="0"/>
              <a:t>“Economically, part of the performance obligation has been fulfilled, so part of the revenue and profit can be booked in the books of accounts</a:t>
            </a:r>
          </a:p>
          <a:p>
            <a:r>
              <a:rPr lang="en-US" dirty="0"/>
              <a:t>60% revenue recognized ≠ 60% ownership transferred</a:t>
            </a:r>
          </a:p>
          <a:p>
            <a:r>
              <a:rPr lang="en-US" dirty="0"/>
              <a:t>60% revenue recognized ≠ buyer can occupy 60% of the flat</a:t>
            </a:r>
          </a:p>
          <a:p>
            <a:r>
              <a:rPr lang="en-US" b="1" dirty="0"/>
              <a:t>Legal title remains with the developer</a:t>
            </a:r>
            <a:br>
              <a:rPr lang="en-US" dirty="0"/>
            </a:br>
            <a:r>
              <a:rPr lang="en-US" dirty="0"/>
              <a:t>until:</a:t>
            </a:r>
          </a:p>
          <a:p>
            <a:r>
              <a:rPr lang="en-US" dirty="0"/>
              <a:t>construction is completed</a:t>
            </a:r>
          </a:p>
          <a:p>
            <a:r>
              <a:rPr lang="en-US" dirty="0"/>
              <a:t>Occupancy Certificate (OC) is obtained</a:t>
            </a:r>
          </a:p>
          <a:p>
            <a:r>
              <a:rPr lang="en-US" dirty="0"/>
              <a:t>possession is formally handed over</a:t>
            </a:r>
          </a:p>
          <a:p>
            <a:r>
              <a:rPr lang="en-US" dirty="0"/>
              <a:t>sale deed is executed / registered</a:t>
            </a: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26</a:t>
            </a:fld>
            <a:endParaRPr lang="en-US"/>
          </a:p>
        </p:txBody>
      </p:sp>
    </p:spTree>
    <p:extLst>
      <p:ext uri="{BB962C8B-B14F-4D97-AF65-F5344CB8AC3E}">
        <p14:creationId xmlns:p14="http://schemas.microsoft.com/office/powerpoint/2010/main" val="1854539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Channel stuffing is an </a:t>
            </a:r>
            <a:r>
              <a:rPr lang="en-US" b="1" dirty="0"/>
              <a:t>accounting and sales practice</a:t>
            </a:r>
            <a:r>
              <a:rPr lang="en-US" dirty="0"/>
              <a:t> where a company </a:t>
            </a:r>
            <a:r>
              <a:rPr lang="en-US" b="1" dirty="0"/>
              <a:t>inflates its revenue by sending more products to distributors or retailers than they can actually sell</a:t>
            </a:r>
            <a:r>
              <a:rPr lang="en-US" dirty="0"/>
              <a:t>, often near the end of a reporting period.</a:t>
            </a:r>
          </a:p>
          <a:p>
            <a:r>
              <a:rPr lang="en-US" dirty="0"/>
              <a:t>OEMs, like laptop or server manufacturers, buy components in bulk.(Original equipment manufacturers)</a:t>
            </a:r>
          </a:p>
          <a:p>
            <a:r>
              <a:rPr lang="en-US" dirty="0"/>
              <a:t>Toshiba </a:t>
            </a:r>
            <a:r>
              <a:rPr lang="en-US" b="1" dirty="0"/>
              <a:t>pushed extra units to hit quarterly targets</a:t>
            </a:r>
            <a:r>
              <a:rPr lang="en-US" dirty="0"/>
              <a:t>.</a:t>
            </a:r>
          </a:p>
          <a:p>
            <a:r>
              <a:rPr lang="en-US" dirty="0"/>
              <a:t>OEMs often had to </a:t>
            </a:r>
            <a:r>
              <a:rPr lang="en-US" b="1" dirty="0"/>
              <a:t>accept the excess due to contractual pressure or sales incentives</a:t>
            </a:r>
            <a:r>
              <a:rPr lang="en-US" dirty="0"/>
              <a:t>, even if they didn’t need them right away.</a:t>
            </a:r>
          </a:p>
          <a:p>
            <a:r>
              <a:rPr lang="en-US" dirty="0"/>
              <a:t>Xerox sold </a:t>
            </a:r>
            <a:r>
              <a:rPr lang="en-US" b="1" dirty="0"/>
              <a:t>high-end photocopiers</a:t>
            </a:r>
            <a:r>
              <a:rPr lang="en-US" dirty="0"/>
              <a:t> to corporate customers using </a:t>
            </a:r>
            <a:r>
              <a:rPr lang="en-US" b="1" dirty="0"/>
              <a:t>long-term lease / rental contracts</a:t>
            </a:r>
            <a:r>
              <a:rPr lang="en-US" dirty="0"/>
              <a:t> (typically 3–5 years).</a:t>
            </a:r>
          </a:p>
          <a:p>
            <a:r>
              <a:rPr lang="en-US" dirty="0"/>
              <a:t>These contracts bundled </a:t>
            </a:r>
            <a:r>
              <a:rPr lang="en-US" b="1" dirty="0"/>
              <a:t>three different elements</a:t>
            </a:r>
            <a:r>
              <a:rPr lang="en-US" dirty="0"/>
              <a:t>:</a:t>
            </a:r>
          </a:p>
          <a:p>
            <a:r>
              <a:rPr lang="en-US" dirty="0"/>
              <a:t>The </a:t>
            </a:r>
            <a:r>
              <a:rPr lang="en-US" b="1" dirty="0"/>
              <a:t>copier machine</a:t>
            </a:r>
            <a:r>
              <a:rPr lang="en-US" dirty="0"/>
              <a:t> itself</a:t>
            </a:r>
          </a:p>
          <a:p>
            <a:r>
              <a:rPr lang="en-US" b="1" dirty="0"/>
              <a:t>Servicing &amp; maintenance</a:t>
            </a:r>
            <a:r>
              <a:rPr lang="en-US" dirty="0"/>
              <a:t> over the lease term</a:t>
            </a:r>
          </a:p>
          <a:p>
            <a:r>
              <a:rPr lang="en-US" b="1" dirty="0"/>
              <a:t>Consumables / support</a:t>
            </a:r>
            <a:r>
              <a:rPr lang="en-US" dirty="0"/>
              <a:t> (toner, parts, etc.)</a:t>
            </a:r>
          </a:p>
          <a:p>
            <a:r>
              <a:rPr lang="en-US" dirty="0"/>
              <a:t>Customers paid Xerox </a:t>
            </a:r>
            <a:r>
              <a:rPr lang="en-US" b="1" dirty="0"/>
              <a:t>periodic lease rentals</a:t>
            </a:r>
            <a:r>
              <a:rPr lang="en-US" dirty="0"/>
              <a:t> over several years.</a:t>
            </a:r>
          </a:p>
          <a:p>
            <a:r>
              <a:rPr lang="en-US" b="1" dirty="0"/>
              <a:t>2) What Xerox </a:t>
            </a:r>
            <a:r>
              <a:rPr lang="en-US" b="1" i="1" dirty="0"/>
              <a:t>should</a:t>
            </a:r>
            <a:r>
              <a:rPr lang="en-US" b="1" dirty="0"/>
              <a:t> have done (correct accounting)</a:t>
            </a:r>
          </a:p>
          <a:p>
            <a:r>
              <a:rPr lang="en-US" dirty="0"/>
              <a:t>Under proper revenue recognition principles:</a:t>
            </a:r>
          </a:p>
          <a:p>
            <a:r>
              <a:rPr lang="en-US" dirty="0"/>
              <a:t>Revenue from the </a:t>
            </a:r>
            <a:r>
              <a:rPr lang="en-US" b="1" dirty="0"/>
              <a:t>machine</a:t>
            </a:r>
            <a:r>
              <a:rPr lang="en-US" dirty="0"/>
              <a:t> →</a:t>
            </a:r>
            <a:br>
              <a:rPr lang="en-US" dirty="0"/>
            </a:br>
            <a:r>
              <a:rPr lang="en-US" dirty="0"/>
              <a:t>should be recognized when the machine is delivered (or over time, depending on control transfer)</a:t>
            </a:r>
          </a:p>
          <a:p>
            <a:r>
              <a:rPr lang="en-US" dirty="0"/>
              <a:t>Revenue from </a:t>
            </a:r>
            <a:r>
              <a:rPr lang="en-US" b="1" dirty="0"/>
              <a:t>service &amp; maintenance</a:t>
            </a:r>
            <a:r>
              <a:rPr lang="en-US" dirty="0"/>
              <a:t> →</a:t>
            </a:r>
            <a:br>
              <a:rPr lang="en-US" dirty="0"/>
            </a:br>
            <a:r>
              <a:rPr lang="en-US" dirty="0"/>
              <a:t>should be recognized </a:t>
            </a:r>
            <a:r>
              <a:rPr lang="en-US" b="1" dirty="0"/>
              <a:t>over the lease period</a:t>
            </a:r>
            <a:r>
              <a:rPr lang="en-US" dirty="0"/>
              <a:t> as services are performed</a:t>
            </a:r>
          </a:p>
          <a:p>
            <a:r>
              <a:rPr lang="en-US" dirty="0"/>
              <a:t>So revenue should have been </a:t>
            </a:r>
            <a:r>
              <a:rPr lang="en-US" b="1" dirty="0"/>
              <a:t>spread over several years</a:t>
            </a:r>
            <a:r>
              <a:rPr lang="en-US" dirty="0"/>
              <a:t>, matching:</a:t>
            </a:r>
          </a:p>
          <a:p>
            <a:r>
              <a:rPr lang="en-US" dirty="0"/>
              <a:t>when cash was received</a:t>
            </a:r>
          </a:p>
          <a:p>
            <a:r>
              <a:rPr lang="en-US" dirty="0"/>
              <a:t>when services were actually provided</a:t>
            </a:r>
          </a:p>
          <a:p>
            <a:r>
              <a:rPr lang="en-US" dirty="0"/>
              <a:t>This is consistent with:</a:t>
            </a:r>
          </a:p>
          <a:p>
            <a:r>
              <a:rPr lang="en-US" dirty="0"/>
              <a:t>Matching principle</a:t>
            </a:r>
          </a:p>
          <a:p>
            <a:r>
              <a:rPr lang="en-US" dirty="0"/>
              <a:t>Substance over form</a:t>
            </a: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27</a:t>
            </a:fld>
            <a:endParaRPr lang="en-US"/>
          </a:p>
        </p:txBody>
      </p:sp>
    </p:spTree>
    <p:extLst>
      <p:ext uri="{BB962C8B-B14F-4D97-AF65-F5344CB8AC3E}">
        <p14:creationId xmlns:p14="http://schemas.microsoft.com/office/powerpoint/2010/main" val="814815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Channel stuffing is an </a:t>
            </a:r>
            <a:r>
              <a:rPr lang="en-US" b="1" dirty="0"/>
              <a:t>accounting and sales practice</a:t>
            </a:r>
            <a:r>
              <a:rPr lang="en-US" dirty="0"/>
              <a:t> where a company </a:t>
            </a:r>
            <a:r>
              <a:rPr lang="en-US" b="1" dirty="0"/>
              <a:t>inflates its revenue by sending more products to distributors or retailers than they can actually sell</a:t>
            </a:r>
            <a:r>
              <a:rPr lang="en-US" dirty="0"/>
              <a:t>, often near the end of a reporting period.</a:t>
            </a:r>
          </a:p>
          <a:p>
            <a:r>
              <a:rPr lang="en-US" dirty="0"/>
              <a:t>OEMs, like laptop or server manufacturers, buy components in bulk.(Original equipment manufacturers)</a:t>
            </a:r>
          </a:p>
          <a:p>
            <a:r>
              <a:rPr lang="en-US" dirty="0"/>
              <a:t>Toshiba </a:t>
            </a:r>
            <a:r>
              <a:rPr lang="en-US" b="1" dirty="0"/>
              <a:t>pushed extra units to hit quarterly targets</a:t>
            </a:r>
            <a:r>
              <a:rPr lang="en-US" dirty="0"/>
              <a:t>. Dell normally needs </a:t>
            </a:r>
            <a:r>
              <a:rPr lang="en-US" b="1" dirty="0"/>
              <a:t>50,000 hard drives per quarter</a:t>
            </a:r>
            <a:endParaRPr lang="en-US" dirty="0"/>
          </a:p>
          <a:p>
            <a:r>
              <a:rPr lang="en-US" dirty="0"/>
              <a:t>Near quarter-end, Toshiba is short on revenue</a:t>
            </a:r>
          </a:p>
          <a:p>
            <a:r>
              <a:rPr lang="en-US" dirty="0"/>
              <a:t>So Toshiba:</a:t>
            </a:r>
          </a:p>
          <a:p>
            <a:r>
              <a:rPr lang="en-US" dirty="0"/>
              <a:t>Ships </a:t>
            </a:r>
            <a:r>
              <a:rPr lang="en-US" b="1" dirty="0"/>
              <a:t>120,000 hard drives</a:t>
            </a:r>
            <a:r>
              <a:rPr lang="en-US" dirty="0"/>
              <a:t> to Dell</a:t>
            </a:r>
          </a:p>
          <a:p>
            <a:r>
              <a:rPr lang="en-US" dirty="0"/>
              <a:t>Dell only needs 50,000</a:t>
            </a:r>
          </a:p>
          <a:p>
            <a:r>
              <a:rPr lang="en-US" dirty="0"/>
              <a:t>OEMs often had to </a:t>
            </a:r>
            <a:r>
              <a:rPr lang="en-US" b="1" dirty="0"/>
              <a:t>accept the excess due to contractual pressure or sales incentives</a:t>
            </a:r>
            <a:r>
              <a:rPr lang="en-US" dirty="0"/>
              <a:t>, even if they didn’t need them right away.</a:t>
            </a:r>
          </a:p>
          <a:p>
            <a:r>
              <a:rPr lang="en-US" dirty="0"/>
              <a:t>Xerox sold </a:t>
            </a:r>
            <a:r>
              <a:rPr lang="en-US" b="1" dirty="0"/>
              <a:t>high-end photocopiers</a:t>
            </a:r>
            <a:r>
              <a:rPr lang="en-US" dirty="0"/>
              <a:t> to corporate customers using </a:t>
            </a:r>
            <a:r>
              <a:rPr lang="en-US" b="1" dirty="0"/>
              <a:t>long-term lease / rental contracts</a:t>
            </a:r>
            <a:r>
              <a:rPr lang="en-US" dirty="0"/>
              <a:t> (typically 3–5 years).</a:t>
            </a:r>
          </a:p>
          <a:p>
            <a:r>
              <a:rPr lang="en-US" dirty="0"/>
              <a:t>These contracts bundled </a:t>
            </a:r>
            <a:r>
              <a:rPr lang="en-US" b="1" dirty="0"/>
              <a:t>three different elements</a:t>
            </a:r>
            <a:r>
              <a:rPr lang="en-US" dirty="0"/>
              <a:t>:</a:t>
            </a:r>
          </a:p>
          <a:p>
            <a:r>
              <a:rPr lang="en-US" dirty="0"/>
              <a:t>The </a:t>
            </a:r>
            <a:r>
              <a:rPr lang="en-US" b="1" dirty="0"/>
              <a:t>copier machine</a:t>
            </a:r>
            <a:r>
              <a:rPr lang="en-US" dirty="0"/>
              <a:t> itself</a:t>
            </a:r>
          </a:p>
          <a:p>
            <a:r>
              <a:rPr lang="en-US" b="1" dirty="0"/>
              <a:t>Servicing &amp; maintenance</a:t>
            </a:r>
            <a:r>
              <a:rPr lang="en-US" dirty="0"/>
              <a:t> over the lease term</a:t>
            </a:r>
          </a:p>
          <a:p>
            <a:r>
              <a:rPr lang="en-US" b="1" dirty="0"/>
              <a:t>Consumables / support</a:t>
            </a:r>
            <a:r>
              <a:rPr lang="en-US" dirty="0"/>
              <a:t> (toner, parts, etc.)</a:t>
            </a:r>
          </a:p>
          <a:p>
            <a:r>
              <a:rPr lang="en-US" dirty="0"/>
              <a:t>Customers paid Xerox </a:t>
            </a:r>
            <a:r>
              <a:rPr lang="en-US" b="1" dirty="0"/>
              <a:t>periodic lease rentals</a:t>
            </a:r>
            <a:r>
              <a:rPr lang="en-US" dirty="0"/>
              <a:t> over several years.</a:t>
            </a:r>
          </a:p>
          <a:p>
            <a:r>
              <a:rPr lang="en-US" b="1" dirty="0"/>
              <a:t>2) What Xerox </a:t>
            </a:r>
            <a:r>
              <a:rPr lang="en-US" b="1" i="1" dirty="0"/>
              <a:t>should</a:t>
            </a:r>
            <a:r>
              <a:rPr lang="en-US" b="1" dirty="0"/>
              <a:t> have done (correct accounting)</a:t>
            </a:r>
          </a:p>
          <a:p>
            <a:r>
              <a:rPr lang="en-US" dirty="0"/>
              <a:t>Under proper revenue recognition principles:</a:t>
            </a:r>
          </a:p>
          <a:p>
            <a:r>
              <a:rPr lang="en-US" dirty="0"/>
              <a:t>Revenue from the </a:t>
            </a:r>
            <a:r>
              <a:rPr lang="en-US" b="1" dirty="0"/>
              <a:t>machine</a:t>
            </a:r>
            <a:r>
              <a:rPr lang="en-US" dirty="0"/>
              <a:t> →</a:t>
            </a:r>
            <a:br>
              <a:rPr lang="en-US" dirty="0"/>
            </a:br>
            <a:r>
              <a:rPr lang="en-US" dirty="0"/>
              <a:t>should be recognized when the machine is delivered (or over time, depending on control transfer)</a:t>
            </a:r>
          </a:p>
          <a:p>
            <a:r>
              <a:rPr lang="en-US" dirty="0"/>
              <a:t>Revenue from </a:t>
            </a:r>
            <a:r>
              <a:rPr lang="en-US" b="1" dirty="0"/>
              <a:t>service &amp; maintenance</a:t>
            </a:r>
            <a:r>
              <a:rPr lang="en-US" dirty="0"/>
              <a:t> →</a:t>
            </a:r>
            <a:br>
              <a:rPr lang="en-US" dirty="0"/>
            </a:br>
            <a:r>
              <a:rPr lang="en-US" dirty="0"/>
              <a:t>should be recognized </a:t>
            </a:r>
            <a:r>
              <a:rPr lang="en-US" b="1" dirty="0"/>
              <a:t>over the lease period</a:t>
            </a:r>
            <a:r>
              <a:rPr lang="en-US" dirty="0"/>
              <a:t> as services are performed</a:t>
            </a:r>
          </a:p>
          <a:p>
            <a:r>
              <a:rPr lang="en-US" dirty="0"/>
              <a:t>So revenue should have been </a:t>
            </a:r>
            <a:r>
              <a:rPr lang="en-US" b="1" dirty="0"/>
              <a:t>spread over several years</a:t>
            </a:r>
            <a:r>
              <a:rPr lang="en-US" dirty="0"/>
              <a:t>, matching:</a:t>
            </a:r>
          </a:p>
          <a:p>
            <a:r>
              <a:rPr lang="en-US" dirty="0"/>
              <a:t>when cash was received</a:t>
            </a:r>
          </a:p>
          <a:p>
            <a:r>
              <a:rPr lang="en-US" dirty="0"/>
              <a:t>when services were actually provided</a:t>
            </a:r>
          </a:p>
          <a:p>
            <a:r>
              <a:rPr lang="en-US" dirty="0"/>
              <a:t>This is consistent with:</a:t>
            </a:r>
          </a:p>
          <a:p>
            <a:r>
              <a:rPr lang="en-US" dirty="0"/>
              <a:t>Matching principle</a:t>
            </a:r>
          </a:p>
          <a:p>
            <a:r>
              <a:rPr lang="en-US" dirty="0"/>
              <a:t>Substance over form</a:t>
            </a: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28</a:t>
            </a:fld>
            <a:endParaRPr lang="en-US"/>
          </a:p>
        </p:txBody>
      </p:sp>
    </p:spTree>
    <p:extLst>
      <p:ext uri="{BB962C8B-B14F-4D97-AF65-F5344CB8AC3E}">
        <p14:creationId xmlns:p14="http://schemas.microsoft.com/office/powerpoint/2010/main" val="3767209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stuffing is an </a:t>
            </a:r>
            <a:r>
              <a:rPr lang="en-US" b="1" dirty="0"/>
              <a:t>accounting and sales practice</a:t>
            </a:r>
            <a:r>
              <a:rPr lang="en-US" dirty="0"/>
              <a:t> where a company </a:t>
            </a:r>
            <a:r>
              <a:rPr lang="en-US" b="1" dirty="0"/>
              <a:t>inflates its revenue by sending more products to distributors or retailers than they can actually sell</a:t>
            </a:r>
            <a:r>
              <a:rPr lang="en-US" dirty="0"/>
              <a:t>, often near the end of a reporting period.</a:t>
            </a:r>
          </a:p>
          <a:p>
            <a:r>
              <a:rPr lang="en-US" dirty="0"/>
              <a:t>OEMs, like laptop or server manufacturers, buy components in bulk.(Original equipment manufacturers)</a:t>
            </a:r>
          </a:p>
          <a:p>
            <a:r>
              <a:rPr lang="en-US" dirty="0"/>
              <a:t>Toshiba </a:t>
            </a:r>
            <a:r>
              <a:rPr lang="en-US" b="1" dirty="0"/>
              <a:t>pushed extra units to hit quarterly targets</a:t>
            </a:r>
            <a:r>
              <a:rPr lang="en-US" dirty="0"/>
              <a:t>.</a:t>
            </a:r>
          </a:p>
          <a:p>
            <a:r>
              <a:rPr lang="en-US" dirty="0"/>
              <a:t>OEMs often had to </a:t>
            </a:r>
            <a:r>
              <a:rPr lang="en-US" b="1" dirty="0"/>
              <a:t>accept the excess due to contractual pressure or sales incentives</a:t>
            </a:r>
            <a:r>
              <a:rPr lang="en-US" dirty="0"/>
              <a:t>, even if they didn’t need them right away.</a:t>
            </a:r>
          </a:p>
          <a:p>
            <a:r>
              <a:rPr lang="en-US" b="1" dirty="0"/>
              <a:t>stressed borrowers</a:t>
            </a:r>
            <a:r>
              <a:rPr lang="en-US" dirty="0"/>
              <a:t> (companies unable to pay interest on time).</a:t>
            </a:r>
          </a:p>
          <a:p>
            <a:endParaRPr lang="en-US" dirty="0"/>
          </a:p>
        </p:txBody>
      </p:sp>
      <p:sp>
        <p:nvSpPr>
          <p:cNvPr id="4" name="Slide Number Placeholder 3"/>
          <p:cNvSpPr>
            <a:spLocks noGrp="1"/>
          </p:cNvSpPr>
          <p:nvPr>
            <p:ph type="sldNum" sz="quarter" idx="10"/>
          </p:nvPr>
        </p:nvSpPr>
        <p:spPr/>
        <p:txBody>
          <a:bodyPr/>
          <a:lstStyle/>
          <a:p>
            <a:fld id="{8E6F14DF-752C-459E-A15E-C4A63D432928}" type="slidenum">
              <a:rPr lang="en-US" smtClean="0"/>
              <a:pPr/>
              <a:t>29</a:t>
            </a:fld>
            <a:endParaRPr lang="en-US"/>
          </a:p>
        </p:txBody>
      </p:sp>
    </p:spTree>
    <p:extLst>
      <p:ext uri="{BB962C8B-B14F-4D97-AF65-F5344CB8AC3E}">
        <p14:creationId xmlns:p14="http://schemas.microsoft.com/office/powerpoint/2010/main" val="4352141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115824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sz="1800"/>
          </a:p>
        </p:txBody>
      </p:sp>
      <p:sp>
        <p:nvSpPr>
          <p:cNvPr id="6" name="Rectangle 3">
            <a:extLst>
              <a:ext uri="{FF2B5EF4-FFF2-40B4-BE49-F238E27FC236}">
                <a16:creationId xmlns:a16="http://schemas.microsoft.com/office/drawing/2014/main" id="{509FF428-FD03-A3ED-E874-F7399C457B5A}"/>
              </a:ext>
            </a:extLst>
          </p:cNvPr>
          <p:cNvSpPr/>
          <p:nvPr userDrawn="1"/>
        </p:nvSpPr>
        <p:spPr>
          <a:xfrm>
            <a:off x="3860800" y="6096000"/>
            <a:ext cx="3860800" cy="76200"/>
          </a:xfrm>
          <a:prstGeom prst="rect">
            <a:avLst/>
          </a:prstGeom>
          <a:solidFill>
            <a:srgbClr val="76C2E5"/>
          </a:solidFill>
          <a:ln w="12700">
            <a:miter lim="400000"/>
          </a:ln>
        </p:spPr>
        <p:txBody>
          <a:bodyPr lIns="45719" rIns="45719" anchor="ctr"/>
          <a:lstStyle/>
          <a:p>
            <a:pPr algn="ctr">
              <a:defRPr>
                <a:solidFill>
                  <a:srgbClr val="FFFFFF"/>
                </a:solidFill>
              </a:defRPr>
            </a:pPr>
            <a:endParaRPr sz="1800"/>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3860800" cy="76200"/>
          </a:xfrm>
          <a:prstGeom prst="rect">
            <a:avLst/>
          </a:prstGeom>
          <a:solidFill>
            <a:srgbClr val="FCB017"/>
          </a:solidFill>
          <a:ln w="12700">
            <a:miter lim="400000"/>
          </a:ln>
        </p:spPr>
        <p:txBody>
          <a:bodyPr lIns="45719" rIns="45719" anchor="ctr"/>
          <a:lstStyle/>
          <a:p>
            <a:pPr algn="ctr">
              <a:defRPr>
                <a:solidFill>
                  <a:srgbClr val="FFFFFF"/>
                </a:solidFill>
              </a:defRPr>
            </a:pPr>
            <a:endParaRPr sz="1800"/>
          </a:p>
        </p:txBody>
      </p:sp>
      <p:sp>
        <p:nvSpPr>
          <p:cNvPr id="8" name="Rectangle 5">
            <a:extLst>
              <a:ext uri="{FF2B5EF4-FFF2-40B4-BE49-F238E27FC236}">
                <a16:creationId xmlns:a16="http://schemas.microsoft.com/office/drawing/2014/main" id="{DE4627D7-A115-550F-D7B3-42FC43297FF1}"/>
              </a:ext>
            </a:extLst>
          </p:cNvPr>
          <p:cNvSpPr/>
          <p:nvPr userDrawn="1"/>
        </p:nvSpPr>
        <p:spPr>
          <a:xfrm>
            <a:off x="7721600" y="6096000"/>
            <a:ext cx="3860800" cy="76200"/>
          </a:xfrm>
          <a:prstGeom prst="rect">
            <a:avLst/>
          </a:prstGeom>
          <a:solidFill>
            <a:srgbClr val="FF0000"/>
          </a:solidFill>
          <a:ln w="12700">
            <a:miter lim="400000"/>
          </a:ln>
        </p:spPr>
        <p:txBody>
          <a:bodyPr lIns="45719" rIns="45719" anchor="ctr"/>
          <a:lstStyle/>
          <a:p>
            <a:pPr algn="ctr">
              <a:defRPr>
                <a:solidFill>
                  <a:srgbClr val="FFFFFF"/>
                </a:solidFill>
              </a:defRPr>
            </a:pPr>
            <a:endParaRPr sz="1800"/>
          </a:p>
        </p:txBody>
      </p:sp>
      <p:sp>
        <p:nvSpPr>
          <p:cNvPr id="18" name="Title Text"/>
          <p:cNvSpPr txBox="1">
            <a:spLocks noGrp="1"/>
          </p:cNvSpPr>
          <p:nvPr>
            <p:ph type="title"/>
          </p:nvPr>
        </p:nvSpPr>
        <p:spPr>
          <a:xfrm>
            <a:off x="3556000" y="3898061"/>
            <a:ext cx="8026400" cy="1524000"/>
          </a:xfrm>
          <a:prstGeom prst="rect">
            <a:avLst/>
          </a:prstGeom>
        </p:spPr>
        <p:txBody>
          <a:bodyPr/>
          <a:lstStyle/>
          <a:p>
            <a:r>
              <a:t>Title Text</a:t>
            </a:r>
          </a:p>
        </p:txBody>
      </p:sp>
      <p:pic>
        <p:nvPicPr>
          <p:cNvPr id="12" name="Picture 10" descr="Picture 10">
            <a:extLst>
              <a:ext uri="{FF2B5EF4-FFF2-40B4-BE49-F238E27FC236}">
                <a16:creationId xmlns:a16="http://schemas.microsoft.com/office/drawing/2014/main" id="{AD7CEC07-35D8-1CA1-9290-C0C58FB91870}"/>
              </a:ext>
            </a:extLst>
          </p:cNvPr>
          <p:cNvPicPr>
            <a:picLocks noChangeAspect="1"/>
          </p:cNvPicPr>
          <p:nvPr userDrawn="1"/>
        </p:nvPicPr>
        <p:blipFill>
          <a:blip r:embed="rId3"/>
          <a:srcRect t="2" b="28592"/>
          <a:stretch>
            <a:fillRect/>
          </a:stretch>
        </p:blipFill>
        <p:spPr>
          <a:xfrm>
            <a:off x="410735" y="3442008"/>
            <a:ext cx="2057400" cy="1979614"/>
          </a:xfrm>
          <a:prstGeom prst="rect">
            <a:avLst/>
          </a:prstGeom>
          <a:ln w="12700">
            <a:miter lim="400000"/>
          </a:ln>
        </p:spPr>
      </p:pic>
      <p:sp>
        <p:nvSpPr>
          <p:cNvPr id="13" name="TextBox 8">
            <a:extLst>
              <a:ext uri="{FF2B5EF4-FFF2-40B4-BE49-F238E27FC236}">
                <a16:creationId xmlns:a16="http://schemas.microsoft.com/office/drawing/2014/main" id="{D6174F0F-97E8-FF3A-933E-4C5429695631}"/>
              </a:ext>
            </a:extLst>
          </p:cNvPr>
          <p:cNvSpPr txBox="1"/>
          <p:nvPr userDrawn="1"/>
        </p:nvSpPr>
        <p:spPr>
          <a:xfrm>
            <a:off x="304054" y="52578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115824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sz="1800"/>
          </a:p>
        </p:txBody>
      </p:sp>
      <p:sp>
        <p:nvSpPr>
          <p:cNvPr id="27" name="Rectangle 3"/>
          <p:cNvSpPr/>
          <p:nvPr/>
        </p:nvSpPr>
        <p:spPr>
          <a:xfrm>
            <a:off x="3860800" y="6096000"/>
            <a:ext cx="3860800" cy="76200"/>
          </a:xfrm>
          <a:prstGeom prst="rect">
            <a:avLst/>
          </a:prstGeom>
          <a:solidFill>
            <a:srgbClr val="76C2E5"/>
          </a:solidFill>
          <a:ln w="12700">
            <a:miter lim="400000"/>
          </a:ln>
        </p:spPr>
        <p:txBody>
          <a:bodyPr lIns="45719" rIns="45719" anchor="ctr"/>
          <a:lstStyle/>
          <a:p>
            <a:pPr algn="ctr">
              <a:defRPr>
                <a:solidFill>
                  <a:srgbClr val="FFFFFF"/>
                </a:solidFill>
              </a:defRPr>
            </a:pPr>
            <a:endParaRPr sz="1800"/>
          </a:p>
        </p:txBody>
      </p:sp>
      <p:sp>
        <p:nvSpPr>
          <p:cNvPr id="28" name="Rectangle 4"/>
          <p:cNvSpPr/>
          <p:nvPr/>
        </p:nvSpPr>
        <p:spPr>
          <a:xfrm>
            <a:off x="0" y="6096000"/>
            <a:ext cx="3860800" cy="76200"/>
          </a:xfrm>
          <a:prstGeom prst="rect">
            <a:avLst/>
          </a:prstGeom>
          <a:solidFill>
            <a:srgbClr val="FCB017"/>
          </a:solidFill>
          <a:ln w="12700">
            <a:miter lim="400000"/>
          </a:ln>
        </p:spPr>
        <p:txBody>
          <a:bodyPr lIns="45719" rIns="45719" anchor="ctr"/>
          <a:lstStyle/>
          <a:p>
            <a:pPr algn="ctr">
              <a:defRPr>
                <a:solidFill>
                  <a:srgbClr val="FFFFFF"/>
                </a:solidFill>
              </a:defRPr>
            </a:pPr>
            <a:endParaRPr sz="1800"/>
          </a:p>
        </p:txBody>
      </p:sp>
      <p:sp>
        <p:nvSpPr>
          <p:cNvPr id="29" name="Rectangle 5"/>
          <p:cNvSpPr/>
          <p:nvPr/>
        </p:nvSpPr>
        <p:spPr>
          <a:xfrm>
            <a:off x="7721600" y="6096000"/>
            <a:ext cx="3860800" cy="76200"/>
          </a:xfrm>
          <a:prstGeom prst="rect">
            <a:avLst/>
          </a:prstGeom>
          <a:solidFill>
            <a:srgbClr val="FF0000"/>
          </a:solidFill>
          <a:ln w="12700">
            <a:miter lim="400000"/>
          </a:ln>
        </p:spPr>
        <p:txBody>
          <a:bodyPr lIns="45719" rIns="45719" anchor="ctr"/>
          <a:lstStyle/>
          <a:p>
            <a:pPr algn="ctr">
              <a:defRPr>
                <a:solidFill>
                  <a:srgbClr val="FFFFFF"/>
                </a:solidFill>
              </a:defRPr>
            </a:pPr>
            <a:endParaRPr sz="1800"/>
          </a:p>
        </p:txBody>
      </p:sp>
      <p:sp>
        <p:nvSpPr>
          <p:cNvPr id="33" name="Body Level One…"/>
          <p:cNvSpPr txBox="1">
            <a:spLocks noGrp="1"/>
          </p:cNvSpPr>
          <p:nvPr>
            <p:ph type="body" sz="quarter" idx="1"/>
          </p:nvPr>
        </p:nvSpPr>
        <p:spPr>
          <a:xfrm>
            <a:off x="3352800" y="5410200"/>
            <a:ext cx="80264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3352800" y="3810000"/>
            <a:ext cx="80264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Picture 10" descr="Picture 10">
            <a:extLst>
              <a:ext uri="{FF2B5EF4-FFF2-40B4-BE49-F238E27FC236}">
                <a16:creationId xmlns:a16="http://schemas.microsoft.com/office/drawing/2014/main" id="{2265F1A6-678C-AEEA-A833-A3FCA920BC0D}"/>
              </a:ext>
            </a:extLst>
          </p:cNvPr>
          <p:cNvPicPr>
            <a:picLocks noChangeAspect="1"/>
          </p:cNvPicPr>
          <p:nvPr userDrawn="1"/>
        </p:nvPicPr>
        <p:blipFill>
          <a:blip r:embed="rId3"/>
          <a:srcRect t="2" b="28592"/>
          <a:stretch>
            <a:fillRect/>
          </a:stretch>
        </p:blipFill>
        <p:spPr>
          <a:xfrm>
            <a:off x="324624" y="3430586"/>
            <a:ext cx="2032000" cy="1979614"/>
          </a:xfrm>
          <a:prstGeom prst="rect">
            <a:avLst/>
          </a:prstGeom>
          <a:ln w="12700">
            <a:miter lim="400000"/>
          </a:ln>
        </p:spPr>
      </p:pic>
      <p:sp>
        <p:nvSpPr>
          <p:cNvPr id="3" name="TextBox 8">
            <a:extLst>
              <a:ext uri="{FF2B5EF4-FFF2-40B4-BE49-F238E27FC236}">
                <a16:creationId xmlns:a16="http://schemas.microsoft.com/office/drawing/2014/main" id="{E859F0C4-7407-87B3-2869-885BFDE45F02}"/>
              </a:ext>
            </a:extLst>
          </p:cNvPr>
          <p:cNvSpPr txBox="1"/>
          <p:nvPr userDrawn="1"/>
        </p:nvSpPr>
        <p:spPr>
          <a:xfrm>
            <a:off x="-185453" y="5253383"/>
            <a:ext cx="2824483" cy="538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sz="2900" dirty="0"/>
              <a:t>BITS</a:t>
            </a:r>
            <a:r>
              <a:rPr sz="2900" b="0" dirty="0"/>
              <a:t> </a:t>
            </a:r>
            <a:r>
              <a:rPr sz="2900" b="0" dirty="0" err="1"/>
              <a:t>Pilani</a:t>
            </a:r>
            <a:endParaRPr sz="2900" b="0" dirty="0"/>
          </a:p>
        </p:txBody>
      </p:sp>
      <p:pic>
        <p:nvPicPr>
          <p:cNvPr id="7" name="Picture 6" descr="Picture 6">
            <a:extLst>
              <a:ext uri="{FF2B5EF4-FFF2-40B4-BE49-F238E27FC236}">
                <a16:creationId xmlns:a16="http://schemas.microsoft.com/office/drawing/2014/main" id="{3818D8A5-4093-5366-A656-E4572680C294}"/>
              </a:ext>
            </a:extLst>
          </p:cNvPr>
          <p:cNvPicPr>
            <a:picLocks noChangeAspect="1"/>
          </p:cNvPicPr>
          <p:nvPr userDrawn="1"/>
        </p:nvPicPr>
        <p:blipFill rotWithShape="1">
          <a:blip r:embed="rId4"/>
          <a:srcRect b="8482"/>
          <a:stretch/>
        </p:blipFill>
        <p:spPr>
          <a:xfrm>
            <a:off x="-16932" y="0"/>
            <a:ext cx="12208932" cy="6858000"/>
          </a:xfrm>
          <a:prstGeom prst="rect">
            <a:avLst/>
          </a:prstGeom>
          <a:ln w="12700">
            <a:miter lim="400000"/>
          </a:ln>
        </p:spPr>
      </p:pic>
      <p:sp>
        <p:nvSpPr>
          <p:cNvPr id="20" name="Rectangle 2">
            <a:extLst>
              <a:ext uri="{FF2B5EF4-FFF2-40B4-BE49-F238E27FC236}">
                <a16:creationId xmlns:a16="http://schemas.microsoft.com/office/drawing/2014/main" id="{79E5246D-9FB4-1EAF-1DFD-06E7A224A44B}"/>
              </a:ext>
            </a:extLst>
          </p:cNvPr>
          <p:cNvSpPr/>
          <p:nvPr userDrawn="1"/>
        </p:nvSpPr>
        <p:spPr>
          <a:xfrm>
            <a:off x="-30481" y="3352800"/>
            <a:ext cx="115824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sz="1800"/>
          </a:p>
        </p:txBody>
      </p:sp>
      <p:sp>
        <p:nvSpPr>
          <p:cNvPr id="21" name="Rectangle 3">
            <a:extLst>
              <a:ext uri="{FF2B5EF4-FFF2-40B4-BE49-F238E27FC236}">
                <a16:creationId xmlns:a16="http://schemas.microsoft.com/office/drawing/2014/main" id="{7D9843CF-4ECD-2D16-7C3A-E2609658C47A}"/>
              </a:ext>
            </a:extLst>
          </p:cNvPr>
          <p:cNvSpPr/>
          <p:nvPr userDrawn="1"/>
        </p:nvSpPr>
        <p:spPr>
          <a:xfrm>
            <a:off x="3830319" y="6096000"/>
            <a:ext cx="3860800" cy="76200"/>
          </a:xfrm>
          <a:prstGeom prst="rect">
            <a:avLst/>
          </a:prstGeom>
          <a:solidFill>
            <a:srgbClr val="76C2E5"/>
          </a:solidFill>
          <a:ln w="12700">
            <a:miter lim="400000"/>
          </a:ln>
        </p:spPr>
        <p:txBody>
          <a:bodyPr lIns="45719" rIns="45719" anchor="ctr"/>
          <a:lstStyle/>
          <a:p>
            <a:pPr algn="ctr">
              <a:defRPr>
                <a:solidFill>
                  <a:srgbClr val="FFFFFF"/>
                </a:solidFill>
              </a:defRPr>
            </a:pPr>
            <a:endParaRPr sz="1800"/>
          </a:p>
        </p:txBody>
      </p:sp>
      <p:sp>
        <p:nvSpPr>
          <p:cNvPr id="22" name="Rectangle 4">
            <a:extLst>
              <a:ext uri="{FF2B5EF4-FFF2-40B4-BE49-F238E27FC236}">
                <a16:creationId xmlns:a16="http://schemas.microsoft.com/office/drawing/2014/main" id="{408626BA-F9CE-167E-0CCC-0E0BD0DF9E13}"/>
              </a:ext>
            </a:extLst>
          </p:cNvPr>
          <p:cNvSpPr/>
          <p:nvPr userDrawn="1"/>
        </p:nvSpPr>
        <p:spPr>
          <a:xfrm>
            <a:off x="-30481" y="6096000"/>
            <a:ext cx="3860800" cy="76200"/>
          </a:xfrm>
          <a:prstGeom prst="rect">
            <a:avLst/>
          </a:prstGeom>
          <a:solidFill>
            <a:srgbClr val="FCB017"/>
          </a:solidFill>
          <a:ln w="12700">
            <a:miter lim="400000"/>
          </a:ln>
        </p:spPr>
        <p:txBody>
          <a:bodyPr lIns="45719" rIns="45719" anchor="ctr"/>
          <a:lstStyle/>
          <a:p>
            <a:pPr algn="ctr">
              <a:defRPr>
                <a:solidFill>
                  <a:srgbClr val="FFFFFF"/>
                </a:solidFill>
              </a:defRPr>
            </a:pPr>
            <a:endParaRPr sz="1800"/>
          </a:p>
        </p:txBody>
      </p:sp>
      <p:sp>
        <p:nvSpPr>
          <p:cNvPr id="23" name="Rectangle 5">
            <a:extLst>
              <a:ext uri="{FF2B5EF4-FFF2-40B4-BE49-F238E27FC236}">
                <a16:creationId xmlns:a16="http://schemas.microsoft.com/office/drawing/2014/main" id="{9BD5A5DA-8DC5-5E5E-9D34-92B31DC833B4}"/>
              </a:ext>
            </a:extLst>
          </p:cNvPr>
          <p:cNvSpPr/>
          <p:nvPr userDrawn="1"/>
        </p:nvSpPr>
        <p:spPr>
          <a:xfrm>
            <a:off x="7691119" y="6096000"/>
            <a:ext cx="3860800" cy="76200"/>
          </a:xfrm>
          <a:prstGeom prst="rect">
            <a:avLst/>
          </a:prstGeom>
          <a:solidFill>
            <a:srgbClr val="FF0000"/>
          </a:solidFill>
          <a:ln w="12700">
            <a:miter lim="400000"/>
          </a:ln>
        </p:spPr>
        <p:txBody>
          <a:bodyPr lIns="45719" rIns="45719" anchor="ctr"/>
          <a:lstStyle/>
          <a:p>
            <a:pPr algn="ctr">
              <a:defRPr>
                <a:solidFill>
                  <a:srgbClr val="FFFFFF"/>
                </a:solidFill>
              </a:defRPr>
            </a:pPr>
            <a:endParaRPr sz="1800"/>
          </a:p>
        </p:txBody>
      </p:sp>
      <p:pic>
        <p:nvPicPr>
          <p:cNvPr id="16" name="Picture 10" descr="Picture 10">
            <a:extLst>
              <a:ext uri="{FF2B5EF4-FFF2-40B4-BE49-F238E27FC236}">
                <a16:creationId xmlns:a16="http://schemas.microsoft.com/office/drawing/2014/main" id="{32A6A09C-0F21-EA8D-5BA3-8ABB76BF9700}"/>
              </a:ext>
            </a:extLst>
          </p:cNvPr>
          <p:cNvPicPr>
            <a:picLocks noChangeAspect="1"/>
          </p:cNvPicPr>
          <p:nvPr userDrawn="1"/>
        </p:nvPicPr>
        <p:blipFill>
          <a:blip r:embed="rId3"/>
          <a:srcRect t="2" b="28592"/>
          <a:stretch>
            <a:fillRect/>
          </a:stretch>
        </p:blipFill>
        <p:spPr>
          <a:xfrm>
            <a:off x="410735" y="3442008"/>
            <a:ext cx="2057400" cy="1979614"/>
          </a:xfrm>
          <a:prstGeom prst="rect">
            <a:avLst/>
          </a:prstGeom>
          <a:ln w="12700">
            <a:miter lim="400000"/>
          </a:ln>
        </p:spPr>
      </p:pic>
      <p:sp>
        <p:nvSpPr>
          <p:cNvPr id="17" name="TextBox 8">
            <a:extLst>
              <a:ext uri="{FF2B5EF4-FFF2-40B4-BE49-F238E27FC236}">
                <a16:creationId xmlns:a16="http://schemas.microsoft.com/office/drawing/2014/main" id="{06F61E6F-6D88-8EDC-0DE1-15337E5A6123}"/>
              </a:ext>
            </a:extLst>
          </p:cNvPr>
          <p:cNvSpPr txBox="1"/>
          <p:nvPr userDrawn="1"/>
        </p:nvSpPr>
        <p:spPr>
          <a:xfrm>
            <a:off x="304054" y="52578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Body Level One…">
            <a:extLst>
              <a:ext uri="{FF2B5EF4-FFF2-40B4-BE49-F238E27FC236}">
                <a16:creationId xmlns:a16="http://schemas.microsoft.com/office/drawing/2014/main" id="{8CDD3693-FA82-57C6-63EA-CEA2738C655B}"/>
              </a:ext>
            </a:extLst>
          </p:cNvPr>
          <p:cNvSpPr txBox="1">
            <a:spLocks noGrp="1"/>
          </p:cNvSpPr>
          <p:nvPr>
            <p:ph type="body" sz="quarter" idx="10"/>
          </p:nvPr>
        </p:nvSpPr>
        <p:spPr>
          <a:xfrm>
            <a:off x="5374641" y="5433028"/>
            <a:ext cx="60198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rotWithShape="1">
          <a:blip r:embed="rId2"/>
          <a:srcRect b="8482"/>
          <a:stretch/>
        </p:blipFill>
        <p:spPr>
          <a:xfrm>
            <a:off x="-16932" y="0"/>
            <a:ext cx="12208932" cy="6858000"/>
          </a:xfrm>
          <a:prstGeom prst="rect">
            <a:avLst/>
          </a:prstGeom>
          <a:ln w="12700">
            <a:miter lim="400000"/>
          </a:ln>
        </p:spPr>
      </p:pic>
      <p:sp>
        <p:nvSpPr>
          <p:cNvPr id="43" name="Rectangle 2"/>
          <p:cNvSpPr/>
          <p:nvPr/>
        </p:nvSpPr>
        <p:spPr>
          <a:xfrm>
            <a:off x="-16934" y="4281488"/>
            <a:ext cx="12208934"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sz="1800"/>
          </a:p>
        </p:txBody>
      </p:sp>
      <p:pic>
        <p:nvPicPr>
          <p:cNvPr id="44" name="Picture 8" descr="Picture 8"/>
          <p:cNvPicPr>
            <a:picLocks noChangeAspect="1"/>
          </p:cNvPicPr>
          <p:nvPr/>
        </p:nvPicPr>
        <p:blipFill>
          <a:blip r:embed="rId3"/>
          <a:srcRect t="2677" b="2677"/>
          <a:stretch>
            <a:fillRect/>
          </a:stretch>
        </p:blipFill>
        <p:spPr>
          <a:xfrm>
            <a:off x="9129132" y="0"/>
            <a:ext cx="2635305" cy="692150"/>
          </a:xfrm>
          <a:prstGeom prst="rect">
            <a:avLst/>
          </a:prstGeom>
          <a:ln w="12700">
            <a:miter lim="400000"/>
          </a:ln>
        </p:spPr>
      </p:pic>
      <p:sp>
        <p:nvSpPr>
          <p:cNvPr id="45" name="Rectangle 4"/>
          <p:cNvSpPr/>
          <p:nvPr/>
        </p:nvSpPr>
        <p:spPr>
          <a:xfrm>
            <a:off x="3843867" y="6775450"/>
            <a:ext cx="3860800" cy="76200"/>
          </a:xfrm>
          <a:prstGeom prst="rect">
            <a:avLst/>
          </a:prstGeom>
          <a:solidFill>
            <a:srgbClr val="76C2E5"/>
          </a:solidFill>
          <a:ln w="12700">
            <a:miter lim="400000"/>
          </a:ln>
        </p:spPr>
        <p:txBody>
          <a:bodyPr lIns="45719" rIns="45719" anchor="ctr"/>
          <a:lstStyle/>
          <a:p>
            <a:pPr algn="ctr">
              <a:defRPr>
                <a:solidFill>
                  <a:srgbClr val="FFFFFF"/>
                </a:solidFill>
              </a:defRPr>
            </a:pPr>
            <a:endParaRPr sz="1800"/>
          </a:p>
        </p:txBody>
      </p:sp>
      <p:sp>
        <p:nvSpPr>
          <p:cNvPr id="46" name="Rectangle 5"/>
          <p:cNvSpPr/>
          <p:nvPr/>
        </p:nvSpPr>
        <p:spPr>
          <a:xfrm>
            <a:off x="-16933" y="6775450"/>
            <a:ext cx="3860800" cy="76200"/>
          </a:xfrm>
          <a:prstGeom prst="rect">
            <a:avLst/>
          </a:prstGeom>
          <a:solidFill>
            <a:srgbClr val="FCB017"/>
          </a:solidFill>
          <a:ln w="12700">
            <a:miter lim="400000"/>
          </a:ln>
        </p:spPr>
        <p:txBody>
          <a:bodyPr lIns="45719" rIns="45719" anchor="ctr"/>
          <a:lstStyle/>
          <a:p>
            <a:pPr algn="ctr">
              <a:defRPr>
                <a:solidFill>
                  <a:srgbClr val="FFFFFF"/>
                </a:solidFill>
              </a:defRPr>
            </a:pPr>
            <a:endParaRPr sz="1800"/>
          </a:p>
        </p:txBody>
      </p:sp>
      <p:sp>
        <p:nvSpPr>
          <p:cNvPr id="47" name="Rectangle 6"/>
          <p:cNvSpPr/>
          <p:nvPr/>
        </p:nvSpPr>
        <p:spPr>
          <a:xfrm>
            <a:off x="7704667" y="6775450"/>
            <a:ext cx="3860800" cy="76200"/>
          </a:xfrm>
          <a:prstGeom prst="rect">
            <a:avLst/>
          </a:prstGeom>
          <a:solidFill>
            <a:srgbClr val="FF0000"/>
          </a:solidFill>
          <a:ln w="12700">
            <a:miter lim="400000"/>
          </a:ln>
        </p:spPr>
        <p:txBody>
          <a:bodyPr lIns="45719" rIns="45719" anchor="ctr"/>
          <a:lstStyle/>
          <a:p>
            <a:pPr algn="ctr">
              <a:defRPr>
                <a:solidFill>
                  <a:srgbClr val="FFFFFF"/>
                </a:solidFill>
              </a:defRPr>
            </a:pPr>
            <a:endParaRPr sz="1800"/>
          </a:p>
        </p:txBody>
      </p:sp>
      <p:sp>
        <p:nvSpPr>
          <p:cNvPr id="48" name="TextBox 7"/>
          <p:cNvSpPr txBox="1"/>
          <p:nvPr/>
        </p:nvSpPr>
        <p:spPr>
          <a:xfrm>
            <a:off x="9204961" y="762003"/>
            <a:ext cx="2824483" cy="538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sz="2900"/>
              <a:t>BITS</a:t>
            </a:r>
            <a:r>
              <a:rPr sz="2900" b="0"/>
              <a:t> Pilani</a:t>
            </a:r>
          </a:p>
        </p:txBody>
      </p:sp>
      <p:sp>
        <p:nvSpPr>
          <p:cNvPr id="50" name="Body Level One…"/>
          <p:cNvSpPr txBox="1">
            <a:spLocks noGrp="1"/>
          </p:cNvSpPr>
          <p:nvPr>
            <p:ph type="body" sz="half" idx="1"/>
          </p:nvPr>
        </p:nvSpPr>
        <p:spPr>
          <a:xfrm>
            <a:off x="135467" y="4173538"/>
            <a:ext cx="112776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93A46D0-C316-696A-5B56-702F75AB4D51}"/>
              </a:ext>
            </a:extLst>
          </p:cNvPr>
          <p:cNvGrpSpPr/>
          <p:nvPr userDrawn="1"/>
        </p:nvGrpSpPr>
        <p:grpSpPr>
          <a:xfrm>
            <a:off x="-102843" y="-650917"/>
            <a:ext cx="12303941" cy="8256800"/>
            <a:chOff x="-1295802" y="-594107"/>
            <a:chExt cx="12303941" cy="8256800"/>
          </a:xfrm>
        </p:grpSpPr>
        <p:pic>
          <p:nvPicPr>
            <p:cNvPr id="3" name="Graphic 2">
              <a:extLst>
                <a:ext uri="{FF2B5EF4-FFF2-40B4-BE49-F238E27FC236}">
                  <a16:creationId xmlns:a16="http://schemas.microsoft.com/office/drawing/2014/main" id="{F1A953F2-2B32-9573-6F0B-9D4961A839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4" name="Graphic 3">
              <a:extLst>
                <a:ext uri="{FF2B5EF4-FFF2-40B4-BE49-F238E27FC236}">
                  <a16:creationId xmlns:a16="http://schemas.microsoft.com/office/drawing/2014/main" id="{8DE9A82C-D9CB-CF81-DDAC-7CB234EDC7B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5" name="Graphic 4">
              <a:extLst>
                <a:ext uri="{FF2B5EF4-FFF2-40B4-BE49-F238E27FC236}">
                  <a16:creationId xmlns:a16="http://schemas.microsoft.com/office/drawing/2014/main" id="{C03D5985-0298-0BEC-DF57-4C90013A731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pic>
          <p:nvPicPr>
            <p:cNvPr id="6" name="Graphic 5">
              <a:extLst>
                <a:ext uri="{FF2B5EF4-FFF2-40B4-BE49-F238E27FC236}">
                  <a16:creationId xmlns:a16="http://schemas.microsoft.com/office/drawing/2014/main" id="{8DD50E39-E54E-BDD4-5A9D-A7A8BEE4F0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grpSp>
          <p:nvGrpSpPr>
            <p:cNvPr id="7" name="Group 6">
              <a:extLst>
                <a:ext uri="{FF2B5EF4-FFF2-40B4-BE49-F238E27FC236}">
                  <a16:creationId xmlns:a16="http://schemas.microsoft.com/office/drawing/2014/main" id="{BDDDD3D7-279B-C60A-2C13-486F0DA23356}"/>
                </a:ext>
              </a:extLst>
            </p:cNvPr>
            <p:cNvGrpSpPr/>
            <p:nvPr userDrawn="1"/>
          </p:nvGrpSpPr>
          <p:grpSpPr>
            <a:xfrm>
              <a:off x="-1192959" y="56810"/>
              <a:ext cx="12201098" cy="6817486"/>
              <a:chOff x="-1192959" y="56810"/>
              <a:chExt cx="12201098" cy="6817486"/>
            </a:xfrm>
          </p:grpSpPr>
          <p:grpSp>
            <p:nvGrpSpPr>
              <p:cNvPr id="10" name="Group 6">
                <a:extLst>
                  <a:ext uri="{FF2B5EF4-FFF2-40B4-BE49-F238E27FC236}">
                    <a16:creationId xmlns:a16="http://schemas.microsoft.com/office/drawing/2014/main" id="{4AAECA33-1DB2-B9A9-F147-2357EB201864}"/>
                  </a:ext>
                </a:extLst>
              </p:cNvPr>
              <p:cNvGrpSpPr/>
              <p:nvPr userDrawn="1"/>
            </p:nvGrpSpPr>
            <p:grpSpPr>
              <a:xfrm>
                <a:off x="-1192959" y="1195765"/>
                <a:ext cx="7010402" cy="46039"/>
                <a:chOff x="-1192959" y="-99633"/>
                <a:chExt cx="7010401" cy="46038"/>
              </a:xfrm>
            </p:grpSpPr>
            <p:sp>
              <p:nvSpPr>
                <p:cNvPr id="17" name="Rectangle 6">
                  <a:extLst>
                    <a:ext uri="{FF2B5EF4-FFF2-40B4-BE49-F238E27FC236}">
                      <a16:creationId xmlns:a16="http://schemas.microsoft.com/office/drawing/2014/main" id="{6F181D60-AB90-E693-BD7D-BBDA5AA8B27D}"/>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8" name="Rectangle 7">
                  <a:extLst>
                    <a:ext uri="{FF2B5EF4-FFF2-40B4-BE49-F238E27FC236}">
                      <a16:creationId xmlns:a16="http://schemas.microsoft.com/office/drawing/2014/main" id="{BCBBBC46-7706-7327-D005-98407EEC3548}"/>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9" name="Rectangle 8">
                  <a:extLst>
                    <a:ext uri="{FF2B5EF4-FFF2-40B4-BE49-F238E27FC236}">
                      <a16:creationId xmlns:a16="http://schemas.microsoft.com/office/drawing/2014/main" id="{E958D102-3604-C2C8-BD10-7A1E3AE9A7A9}"/>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1" name="Group 10">
                <a:extLst>
                  <a:ext uri="{FF2B5EF4-FFF2-40B4-BE49-F238E27FC236}">
                    <a16:creationId xmlns:a16="http://schemas.microsoft.com/office/drawing/2014/main" id="{FFFD5ECD-BFDB-3816-559C-70DE22824EB9}"/>
                  </a:ext>
                </a:extLst>
              </p:cNvPr>
              <p:cNvGrpSpPr/>
              <p:nvPr userDrawn="1"/>
            </p:nvGrpSpPr>
            <p:grpSpPr>
              <a:xfrm>
                <a:off x="3997736" y="6566647"/>
                <a:ext cx="7010403" cy="46039"/>
                <a:chOff x="1864136" y="13447"/>
                <a:chExt cx="7010402" cy="46038"/>
              </a:xfrm>
            </p:grpSpPr>
            <p:sp>
              <p:nvSpPr>
                <p:cNvPr id="14" name="Rectangle 10">
                  <a:extLst>
                    <a:ext uri="{FF2B5EF4-FFF2-40B4-BE49-F238E27FC236}">
                      <a16:creationId xmlns:a16="http://schemas.microsoft.com/office/drawing/2014/main" id="{4ED22973-A6D6-FB2B-BB43-9CD9CDD7FDFB}"/>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5" name="Rectangle 11">
                  <a:extLst>
                    <a:ext uri="{FF2B5EF4-FFF2-40B4-BE49-F238E27FC236}">
                      <a16:creationId xmlns:a16="http://schemas.microsoft.com/office/drawing/2014/main" id="{C25A7C5E-DE97-86BB-A873-E6824049E2C8}"/>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6" name="Rectangle 12">
                  <a:extLst>
                    <a:ext uri="{FF2B5EF4-FFF2-40B4-BE49-F238E27FC236}">
                      <a16:creationId xmlns:a16="http://schemas.microsoft.com/office/drawing/2014/main" id="{C6562C54-D0AC-4E56-D5F3-C07B936672AB}"/>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2" name="Picture 14" descr="Picture 14">
                <a:extLst>
                  <a:ext uri="{FF2B5EF4-FFF2-40B4-BE49-F238E27FC236}">
                    <a16:creationId xmlns:a16="http://schemas.microsoft.com/office/drawing/2014/main" id="{36D07653-E952-AEF7-9E67-E1A4649B7A98}"/>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3" name="TextBox 14">
                <a:extLst>
                  <a:ext uri="{FF2B5EF4-FFF2-40B4-BE49-F238E27FC236}">
                    <a16:creationId xmlns:a16="http://schemas.microsoft.com/office/drawing/2014/main" id="{6AA7E447-C7FC-AD12-DCCD-97F4E88E2374}"/>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8" name="Graphic 7">
              <a:extLst>
                <a:ext uri="{FF2B5EF4-FFF2-40B4-BE49-F238E27FC236}">
                  <a16:creationId xmlns:a16="http://schemas.microsoft.com/office/drawing/2014/main" id="{EDE1D1EB-47B7-FDA9-7B0A-9EAA5FBE874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9" name="Graphic 8">
              <a:extLst>
                <a:ext uri="{FF2B5EF4-FFF2-40B4-BE49-F238E27FC236}">
                  <a16:creationId xmlns:a16="http://schemas.microsoft.com/office/drawing/2014/main" id="{0B092B8A-6874-891F-73D4-6863510166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
        <p:nvSpPr>
          <p:cNvPr id="100" name="Body Level One…"/>
          <p:cNvSpPr txBox="1">
            <a:spLocks noGrp="1"/>
          </p:cNvSpPr>
          <p:nvPr>
            <p:ph type="body" sz="quarter" idx="1"/>
          </p:nvPr>
        </p:nvSpPr>
        <p:spPr>
          <a:xfrm>
            <a:off x="361080" y="1902221"/>
            <a:ext cx="84328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18EFE35-8C29-E735-ABC8-6AACE3D54D52}"/>
              </a:ext>
            </a:extLst>
          </p:cNvPr>
          <p:cNvGrpSpPr/>
          <p:nvPr userDrawn="1"/>
        </p:nvGrpSpPr>
        <p:grpSpPr>
          <a:xfrm>
            <a:off x="-102843" y="-650917"/>
            <a:ext cx="12303941" cy="8256800"/>
            <a:chOff x="-1295802" y="-594107"/>
            <a:chExt cx="12303941" cy="8256800"/>
          </a:xfrm>
        </p:grpSpPr>
        <p:pic>
          <p:nvPicPr>
            <p:cNvPr id="3" name="Graphic 2">
              <a:extLst>
                <a:ext uri="{FF2B5EF4-FFF2-40B4-BE49-F238E27FC236}">
                  <a16:creationId xmlns:a16="http://schemas.microsoft.com/office/drawing/2014/main" id="{E3B1D56D-63F3-61AA-AACD-DDDF2854CA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4" name="Graphic 3">
              <a:extLst>
                <a:ext uri="{FF2B5EF4-FFF2-40B4-BE49-F238E27FC236}">
                  <a16:creationId xmlns:a16="http://schemas.microsoft.com/office/drawing/2014/main" id="{DD3648A3-D820-7481-C8C4-2315F0E17C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5" name="Graphic 4">
              <a:extLst>
                <a:ext uri="{FF2B5EF4-FFF2-40B4-BE49-F238E27FC236}">
                  <a16:creationId xmlns:a16="http://schemas.microsoft.com/office/drawing/2014/main" id="{E441BE47-DDAA-4E40-7635-335F36463CC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pic>
          <p:nvPicPr>
            <p:cNvPr id="6" name="Graphic 5">
              <a:extLst>
                <a:ext uri="{FF2B5EF4-FFF2-40B4-BE49-F238E27FC236}">
                  <a16:creationId xmlns:a16="http://schemas.microsoft.com/office/drawing/2014/main" id="{EA3DB7C0-DB1A-E75A-09B1-58F6CAD83D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grpSp>
          <p:nvGrpSpPr>
            <p:cNvPr id="7" name="Group 6">
              <a:extLst>
                <a:ext uri="{FF2B5EF4-FFF2-40B4-BE49-F238E27FC236}">
                  <a16:creationId xmlns:a16="http://schemas.microsoft.com/office/drawing/2014/main" id="{B6F4E64D-654D-BF37-8C57-7C29BD92C815}"/>
                </a:ext>
              </a:extLst>
            </p:cNvPr>
            <p:cNvGrpSpPr/>
            <p:nvPr userDrawn="1"/>
          </p:nvGrpSpPr>
          <p:grpSpPr>
            <a:xfrm>
              <a:off x="-1192959" y="56810"/>
              <a:ext cx="12201098" cy="6817486"/>
              <a:chOff x="-1192959" y="56810"/>
              <a:chExt cx="12201098" cy="6817486"/>
            </a:xfrm>
          </p:grpSpPr>
          <p:grpSp>
            <p:nvGrpSpPr>
              <p:cNvPr id="10" name="Group 6">
                <a:extLst>
                  <a:ext uri="{FF2B5EF4-FFF2-40B4-BE49-F238E27FC236}">
                    <a16:creationId xmlns:a16="http://schemas.microsoft.com/office/drawing/2014/main" id="{455AB2A7-1052-C42A-BD8B-D992CF4605B0}"/>
                  </a:ext>
                </a:extLst>
              </p:cNvPr>
              <p:cNvGrpSpPr/>
              <p:nvPr userDrawn="1"/>
            </p:nvGrpSpPr>
            <p:grpSpPr>
              <a:xfrm>
                <a:off x="-1192959" y="1195765"/>
                <a:ext cx="7010402" cy="46039"/>
                <a:chOff x="-1192959" y="-99633"/>
                <a:chExt cx="7010401" cy="46038"/>
              </a:xfrm>
            </p:grpSpPr>
            <p:sp>
              <p:nvSpPr>
                <p:cNvPr id="17" name="Rectangle 6">
                  <a:extLst>
                    <a:ext uri="{FF2B5EF4-FFF2-40B4-BE49-F238E27FC236}">
                      <a16:creationId xmlns:a16="http://schemas.microsoft.com/office/drawing/2014/main" id="{AC2C8B86-A2BA-7462-FF51-46EB8C955CC5}"/>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8" name="Rectangle 7">
                  <a:extLst>
                    <a:ext uri="{FF2B5EF4-FFF2-40B4-BE49-F238E27FC236}">
                      <a16:creationId xmlns:a16="http://schemas.microsoft.com/office/drawing/2014/main" id="{1C15CBC5-12DA-43EE-131F-4024AF2EC021}"/>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9" name="Rectangle 8">
                  <a:extLst>
                    <a:ext uri="{FF2B5EF4-FFF2-40B4-BE49-F238E27FC236}">
                      <a16:creationId xmlns:a16="http://schemas.microsoft.com/office/drawing/2014/main" id="{04B3C1E2-0F72-4059-4695-15B529483CDC}"/>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1" name="Group 10">
                <a:extLst>
                  <a:ext uri="{FF2B5EF4-FFF2-40B4-BE49-F238E27FC236}">
                    <a16:creationId xmlns:a16="http://schemas.microsoft.com/office/drawing/2014/main" id="{9F108ED4-5155-29D8-41D4-FEE5AB5796F7}"/>
                  </a:ext>
                </a:extLst>
              </p:cNvPr>
              <p:cNvGrpSpPr/>
              <p:nvPr userDrawn="1"/>
            </p:nvGrpSpPr>
            <p:grpSpPr>
              <a:xfrm>
                <a:off x="3997736" y="6566647"/>
                <a:ext cx="7010403" cy="46039"/>
                <a:chOff x="1864136" y="13447"/>
                <a:chExt cx="7010402" cy="46038"/>
              </a:xfrm>
            </p:grpSpPr>
            <p:sp>
              <p:nvSpPr>
                <p:cNvPr id="14" name="Rectangle 10">
                  <a:extLst>
                    <a:ext uri="{FF2B5EF4-FFF2-40B4-BE49-F238E27FC236}">
                      <a16:creationId xmlns:a16="http://schemas.microsoft.com/office/drawing/2014/main" id="{FAE28EA4-E1BA-0768-9755-63AD911DCD72}"/>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5" name="Rectangle 11">
                  <a:extLst>
                    <a:ext uri="{FF2B5EF4-FFF2-40B4-BE49-F238E27FC236}">
                      <a16:creationId xmlns:a16="http://schemas.microsoft.com/office/drawing/2014/main" id="{B173DCC5-2365-7043-9FD6-49F461ABD947}"/>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6" name="Rectangle 12">
                  <a:extLst>
                    <a:ext uri="{FF2B5EF4-FFF2-40B4-BE49-F238E27FC236}">
                      <a16:creationId xmlns:a16="http://schemas.microsoft.com/office/drawing/2014/main" id="{5850195B-997E-AE78-1E05-A40BB32AF74C}"/>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2" name="Picture 14" descr="Picture 14">
                <a:extLst>
                  <a:ext uri="{FF2B5EF4-FFF2-40B4-BE49-F238E27FC236}">
                    <a16:creationId xmlns:a16="http://schemas.microsoft.com/office/drawing/2014/main" id="{7AF3D21D-209D-E836-0847-5607F136A781}"/>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3" name="TextBox 14">
                <a:extLst>
                  <a:ext uri="{FF2B5EF4-FFF2-40B4-BE49-F238E27FC236}">
                    <a16:creationId xmlns:a16="http://schemas.microsoft.com/office/drawing/2014/main" id="{755EC95A-87B2-D01F-CBA9-9D8D049C009E}"/>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8" name="Graphic 7">
              <a:extLst>
                <a:ext uri="{FF2B5EF4-FFF2-40B4-BE49-F238E27FC236}">
                  <a16:creationId xmlns:a16="http://schemas.microsoft.com/office/drawing/2014/main" id="{1495AAC4-2E4D-5397-11D7-265E048152E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9" name="Graphic 8">
              <a:extLst>
                <a:ext uri="{FF2B5EF4-FFF2-40B4-BE49-F238E27FC236}">
                  <a16:creationId xmlns:a16="http://schemas.microsoft.com/office/drawing/2014/main" id="{83954C6C-2D37-6301-A707-96BB6286C2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
        <p:nvSpPr>
          <p:cNvPr id="147" name="Body Level One…"/>
          <p:cNvSpPr txBox="1">
            <a:spLocks noGrp="1"/>
          </p:cNvSpPr>
          <p:nvPr>
            <p:ph type="body" sz="half" idx="1"/>
          </p:nvPr>
        </p:nvSpPr>
        <p:spPr>
          <a:xfrm>
            <a:off x="6604000" y="1600204"/>
            <a:ext cx="53848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E0A4099-6A0F-9FDB-10B5-C28D0B037349}"/>
              </a:ext>
            </a:extLst>
          </p:cNvPr>
          <p:cNvGrpSpPr/>
          <p:nvPr userDrawn="1"/>
        </p:nvGrpSpPr>
        <p:grpSpPr>
          <a:xfrm>
            <a:off x="-102843" y="-650917"/>
            <a:ext cx="12303941" cy="8256800"/>
            <a:chOff x="-1295802" y="-594107"/>
            <a:chExt cx="12303941" cy="8256800"/>
          </a:xfrm>
        </p:grpSpPr>
        <p:pic>
          <p:nvPicPr>
            <p:cNvPr id="3" name="Graphic 2">
              <a:extLst>
                <a:ext uri="{FF2B5EF4-FFF2-40B4-BE49-F238E27FC236}">
                  <a16:creationId xmlns:a16="http://schemas.microsoft.com/office/drawing/2014/main" id="{21C221CF-FE24-61E2-88EF-AA72176FB8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4" name="Graphic 3">
              <a:extLst>
                <a:ext uri="{FF2B5EF4-FFF2-40B4-BE49-F238E27FC236}">
                  <a16:creationId xmlns:a16="http://schemas.microsoft.com/office/drawing/2014/main" id="{2332BC00-E2B1-8ECD-AF20-E29C31F6A6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5" name="Graphic 4">
              <a:extLst>
                <a:ext uri="{FF2B5EF4-FFF2-40B4-BE49-F238E27FC236}">
                  <a16:creationId xmlns:a16="http://schemas.microsoft.com/office/drawing/2014/main" id="{57022855-1108-8117-FA37-B9CD6D5A48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pic>
          <p:nvPicPr>
            <p:cNvPr id="6" name="Graphic 5">
              <a:extLst>
                <a:ext uri="{FF2B5EF4-FFF2-40B4-BE49-F238E27FC236}">
                  <a16:creationId xmlns:a16="http://schemas.microsoft.com/office/drawing/2014/main" id="{9E9A8EAA-0B39-B56F-794F-524F825743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grpSp>
          <p:nvGrpSpPr>
            <p:cNvPr id="7" name="Group 6">
              <a:extLst>
                <a:ext uri="{FF2B5EF4-FFF2-40B4-BE49-F238E27FC236}">
                  <a16:creationId xmlns:a16="http://schemas.microsoft.com/office/drawing/2014/main" id="{AE9E737C-05B9-5C14-7599-4DF7EDBCCBC7}"/>
                </a:ext>
              </a:extLst>
            </p:cNvPr>
            <p:cNvGrpSpPr/>
            <p:nvPr userDrawn="1"/>
          </p:nvGrpSpPr>
          <p:grpSpPr>
            <a:xfrm>
              <a:off x="-1192959" y="56810"/>
              <a:ext cx="12201098" cy="6817486"/>
              <a:chOff x="-1192959" y="56810"/>
              <a:chExt cx="12201098" cy="6817486"/>
            </a:xfrm>
          </p:grpSpPr>
          <p:grpSp>
            <p:nvGrpSpPr>
              <p:cNvPr id="10" name="Group 6">
                <a:extLst>
                  <a:ext uri="{FF2B5EF4-FFF2-40B4-BE49-F238E27FC236}">
                    <a16:creationId xmlns:a16="http://schemas.microsoft.com/office/drawing/2014/main" id="{3706ADE1-42BE-7E0E-79DB-866F84D9600D}"/>
                  </a:ext>
                </a:extLst>
              </p:cNvPr>
              <p:cNvGrpSpPr/>
              <p:nvPr userDrawn="1"/>
            </p:nvGrpSpPr>
            <p:grpSpPr>
              <a:xfrm>
                <a:off x="-1192959" y="1195765"/>
                <a:ext cx="7010402" cy="46039"/>
                <a:chOff x="-1192959" y="-99633"/>
                <a:chExt cx="7010401" cy="46038"/>
              </a:xfrm>
            </p:grpSpPr>
            <p:sp>
              <p:nvSpPr>
                <p:cNvPr id="17" name="Rectangle 6">
                  <a:extLst>
                    <a:ext uri="{FF2B5EF4-FFF2-40B4-BE49-F238E27FC236}">
                      <a16:creationId xmlns:a16="http://schemas.microsoft.com/office/drawing/2014/main" id="{C562DE0E-E259-D81A-9376-160E486D304B}"/>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8" name="Rectangle 7">
                  <a:extLst>
                    <a:ext uri="{FF2B5EF4-FFF2-40B4-BE49-F238E27FC236}">
                      <a16:creationId xmlns:a16="http://schemas.microsoft.com/office/drawing/2014/main" id="{D265DDFD-76BE-E7A1-68FA-AD17C84824E9}"/>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9" name="Rectangle 8">
                  <a:extLst>
                    <a:ext uri="{FF2B5EF4-FFF2-40B4-BE49-F238E27FC236}">
                      <a16:creationId xmlns:a16="http://schemas.microsoft.com/office/drawing/2014/main" id="{6D5C7F7B-166E-F16D-8300-1CFC51356BA6}"/>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1" name="Group 10">
                <a:extLst>
                  <a:ext uri="{FF2B5EF4-FFF2-40B4-BE49-F238E27FC236}">
                    <a16:creationId xmlns:a16="http://schemas.microsoft.com/office/drawing/2014/main" id="{04DA2DED-160A-B7FA-F388-F71A6DDDE6FC}"/>
                  </a:ext>
                </a:extLst>
              </p:cNvPr>
              <p:cNvGrpSpPr/>
              <p:nvPr userDrawn="1"/>
            </p:nvGrpSpPr>
            <p:grpSpPr>
              <a:xfrm>
                <a:off x="3997736" y="6566647"/>
                <a:ext cx="7010403" cy="46039"/>
                <a:chOff x="1864136" y="13447"/>
                <a:chExt cx="7010402" cy="46038"/>
              </a:xfrm>
            </p:grpSpPr>
            <p:sp>
              <p:nvSpPr>
                <p:cNvPr id="14" name="Rectangle 10">
                  <a:extLst>
                    <a:ext uri="{FF2B5EF4-FFF2-40B4-BE49-F238E27FC236}">
                      <a16:creationId xmlns:a16="http://schemas.microsoft.com/office/drawing/2014/main" id="{2DCD3A42-3165-A02F-5E72-A8A81F1EBCD1}"/>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5" name="Rectangle 11">
                  <a:extLst>
                    <a:ext uri="{FF2B5EF4-FFF2-40B4-BE49-F238E27FC236}">
                      <a16:creationId xmlns:a16="http://schemas.microsoft.com/office/drawing/2014/main" id="{9983279D-542E-A064-1532-9574FB258454}"/>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6" name="Rectangle 12">
                  <a:extLst>
                    <a:ext uri="{FF2B5EF4-FFF2-40B4-BE49-F238E27FC236}">
                      <a16:creationId xmlns:a16="http://schemas.microsoft.com/office/drawing/2014/main" id="{532AFAE7-984C-83E0-3B5B-48AF35FD6E48}"/>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2" name="Picture 14" descr="Picture 14">
                <a:extLst>
                  <a:ext uri="{FF2B5EF4-FFF2-40B4-BE49-F238E27FC236}">
                    <a16:creationId xmlns:a16="http://schemas.microsoft.com/office/drawing/2014/main" id="{DE749AC4-D779-04A8-3223-C65B00C69F05}"/>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3" name="TextBox 14">
                <a:extLst>
                  <a:ext uri="{FF2B5EF4-FFF2-40B4-BE49-F238E27FC236}">
                    <a16:creationId xmlns:a16="http://schemas.microsoft.com/office/drawing/2014/main" id="{150642BE-D9C3-36CB-B8AC-5E067A4894CF}"/>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8" name="Graphic 7">
              <a:extLst>
                <a:ext uri="{FF2B5EF4-FFF2-40B4-BE49-F238E27FC236}">
                  <a16:creationId xmlns:a16="http://schemas.microsoft.com/office/drawing/2014/main" id="{F41F46C5-F8C6-C764-BF44-1772DED27F0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9" name="Graphic 8">
              <a:extLst>
                <a:ext uri="{FF2B5EF4-FFF2-40B4-BE49-F238E27FC236}">
                  <a16:creationId xmlns:a16="http://schemas.microsoft.com/office/drawing/2014/main" id="{26003194-EFE7-2809-C571-27F1E07093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
        <p:nvSpPr>
          <p:cNvPr id="194" name="Body Level One…"/>
          <p:cNvSpPr txBox="1">
            <a:spLocks noGrp="1"/>
          </p:cNvSpPr>
          <p:nvPr>
            <p:ph type="body" sz="quarter" idx="1"/>
          </p:nvPr>
        </p:nvSpPr>
        <p:spPr>
          <a:xfrm>
            <a:off x="279429" y="1569091"/>
            <a:ext cx="5386917"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95" name="Text Placeholder 4"/>
          <p:cNvSpPr>
            <a:spLocks noGrp="1"/>
          </p:cNvSpPr>
          <p:nvPr>
            <p:ph type="body" sz="quarter" idx="21"/>
          </p:nvPr>
        </p:nvSpPr>
        <p:spPr>
          <a:xfrm>
            <a:off x="6193370" y="1535112"/>
            <a:ext cx="5389033" cy="827088"/>
          </a:xfrm>
          <a:prstGeom prst="rect">
            <a:avLst/>
          </a:prstGeom>
        </p:spPr>
        <p:txBody>
          <a:bodyPr anchor="b">
            <a:normAutofit/>
          </a:bodyPr>
          <a:lstStyle>
            <a:lvl1pPr marL="0" indent="0">
              <a:spcBef>
                <a:spcPts val="500"/>
              </a:spcBef>
              <a:buSzTx/>
              <a:buFontTx/>
              <a:buNone/>
              <a:defRPr sz="2400" b="1"/>
            </a:lvl1p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A4411D0-E0EB-B399-A864-30AC7927CA41}"/>
              </a:ext>
            </a:extLst>
          </p:cNvPr>
          <p:cNvGrpSpPr/>
          <p:nvPr userDrawn="1"/>
        </p:nvGrpSpPr>
        <p:grpSpPr>
          <a:xfrm>
            <a:off x="-102843" y="-650917"/>
            <a:ext cx="12303941" cy="8256800"/>
            <a:chOff x="-1295802" y="-594107"/>
            <a:chExt cx="12303941" cy="8256800"/>
          </a:xfrm>
        </p:grpSpPr>
        <p:pic>
          <p:nvPicPr>
            <p:cNvPr id="3" name="Graphic 2">
              <a:extLst>
                <a:ext uri="{FF2B5EF4-FFF2-40B4-BE49-F238E27FC236}">
                  <a16:creationId xmlns:a16="http://schemas.microsoft.com/office/drawing/2014/main" id="{F6F2FF92-979E-999B-1F8F-64DCA964BC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4" name="Graphic 3">
              <a:extLst>
                <a:ext uri="{FF2B5EF4-FFF2-40B4-BE49-F238E27FC236}">
                  <a16:creationId xmlns:a16="http://schemas.microsoft.com/office/drawing/2014/main" id="{71E60506-B3C6-757A-B45A-7784A792F5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5" name="Graphic 4">
              <a:extLst>
                <a:ext uri="{FF2B5EF4-FFF2-40B4-BE49-F238E27FC236}">
                  <a16:creationId xmlns:a16="http://schemas.microsoft.com/office/drawing/2014/main" id="{63097AC4-5B6D-3FA4-4EBE-09033518F62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pic>
          <p:nvPicPr>
            <p:cNvPr id="6" name="Graphic 5">
              <a:extLst>
                <a:ext uri="{FF2B5EF4-FFF2-40B4-BE49-F238E27FC236}">
                  <a16:creationId xmlns:a16="http://schemas.microsoft.com/office/drawing/2014/main" id="{0F6B3A8F-F88A-B81C-1DEC-0BDF60AA75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grpSp>
          <p:nvGrpSpPr>
            <p:cNvPr id="7" name="Group 6">
              <a:extLst>
                <a:ext uri="{FF2B5EF4-FFF2-40B4-BE49-F238E27FC236}">
                  <a16:creationId xmlns:a16="http://schemas.microsoft.com/office/drawing/2014/main" id="{CAB7E4DB-DC1F-19DB-B375-FB7C4F5B83C8}"/>
                </a:ext>
              </a:extLst>
            </p:cNvPr>
            <p:cNvGrpSpPr/>
            <p:nvPr userDrawn="1"/>
          </p:nvGrpSpPr>
          <p:grpSpPr>
            <a:xfrm>
              <a:off x="-1192959" y="56810"/>
              <a:ext cx="12201098" cy="6817486"/>
              <a:chOff x="-1192959" y="56810"/>
              <a:chExt cx="12201098" cy="6817486"/>
            </a:xfrm>
          </p:grpSpPr>
          <p:grpSp>
            <p:nvGrpSpPr>
              <p:cNvPr id="10" name="Group 6">
                <a:extLst>
                  <a:ext uri="{FF2B5EF4-FFF2-40B4-BE49-F238E27FC236}">
                    <a16:creationId xmlns:a16="http://schemas.microsoft.com/office/drawing/2014/main" id="{4585FF3A-D3A4-2B1D-0BAA-12A2DC81AD9E}"/>
                  </a:ext>
                </a:extLst>
              </p:cNvPr>
              <p:cNvGrpSpPr/>
              <p:nvPr userDrawn="1"/>
            </p:nvGrpSpPr>
            <p:grpSpPr>
              <a:xfrm>
                <a:off x="-1192959" y="1195765"/>
                <a:ext cx="7010402" cy="46039"/>
                <a:chOff x="-1192959" y="-99633"/>
                <a:chExt cx="7010401" cy="46038"/>
              </a:xfrm>
            </p:grpSpPr>
            <p:sp>
              <p:nvSpPr>
                <p:cNvPr id="17" name="Rectangle 6">
                  <a:extLst>
                    <a:ext uri="{FF2B5EF4-FFF2-40B4-BE49-F238E27FC236}">
                      <a16:creationId xmlns:a16="http://schemas.microsoft.com/office/drawing/2014/main" id="{A95D1FE4-5856-FA42-6788-A560567508C4}"/>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8" name="Rectangle 7">
                  <a:extLst>
                    <a:ext uri="{FF2B5EF4-FFF2-40B4-BE49-F238E27FC236}">
                      <a16:creationId xmlns:a16="http://schemas.microsoft.com/office/drawing/2014/main" id="{C55E27EC-2CF7-1DF6-06F3-3E09C5B17B27}"/>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9" name="Rectangle 8">
                  <a:extLst>
                    <a:ext uri="{FF2B5EF4-FFF2-40B4-BE49-F238E27FC236}">
                      <a16:creationId xmlns:a16="http://schemas.microsoft.com/office/drawing/2014/main" id="{5E6D0AE1-45B9-B873-9FA5-F9E63BF79D0D}"/>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1" name="Group 10">
                <a:extLst>
                  <a:ext uri="{FF2B5EF4-FFF2-40B4-BE49-F238E27FC236}">
                    <a16:creationId xmlns:a16="http://schemas.microsoft.com/office/drawing/2014/main" id="{BFCBF3B0-2F79-4DD0-CB0A-EE45EF3FAE23}"/>
                  </a:ext>
                </a:extLst>
              </p:cNvPr>
              <p:cNvGrpSpPr/>
              <p:nvPr userDrawn="1"/>
            </p:nvGrpSpPr>
            <p:grpSpPr>
              <a:xfrm>
                <a:off x="3997736" y="6566647"/>
                <a:ext cx="7010403" cy="46039"/>
                <a:chOff x="1864136" y="13447"/>
                <a:chExt cx="7010402" cy="46038"/>
              </a:xfrm>
            </p:grpSpPr>
            <p:sp>
              <p:nvSpPr>
                <p:cNvPr id="14" name="Rectangle 10">
                  <a:extLst>
                    <a:ext uri="{FF2B5EF4-FFF2-40B4-BE49-F238E27FC236}">
                      <a16:creationId xmlns:a16="http://schemas.microsoft.com/office/drawing/2014/main" id="{0126DE20-C4AA-A2BB-FC4D-5D2B56319449}"/>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5" name="Rectangle 11">
                  <a:extLst>
                    <a:ext uri="{FF2B5EF4-FFF2-40B4-BE49-F238E27FC236}">
                      <a16:creationId xmlns:a16="http://schemas.microsoft.com/office/drawing/2014/main" id="{2E12E3BA-FD38-6244-2B6D-2AE7120B07CD}"/>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6" name="Rectangle 12">
                  <a:extLst>
                    <a:ext uri="{FF2B5EF4-FFF2-40B4-BE49-F238E27FC236}">
                      <a16:creationId xmlns:a16="http://schemas.microsoft.com/office/drawing/2014/main" id="{BF754954-D26E-2A4A-34C9-624C8B637FA1}"/>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2" name="Picture 14" descr="Picture 14">
                <a:extLst>
                  <a:ext uri="{FF2B5EF4-FFF2-40B4-BE49-F238E27FC236}">
                    <a16:creationId xmlns:a16="http://schemas.microsoft.com/office/drawing/2014/main" id="{1636F36C-3A70-5763-846A-98F6F244C150}"/>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3" name="TextBox 14">
                <a:extLst>
                  <a:ext uri="{FF2B5EF4-FFF2-40B4-BE49-F238E27FC236}">
                    <a16:creationId xmlns:a16="http://schemas.microsoft.com/office/drawing/2014/main" id="{DD4F2AEF-D4A5-8606-C4EE-FCD518847EA2}"/>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8" name="Graphic 7">
              <a:extLst>
                <a:ext uri="{FF2B5EF4-FFF2-40B4-BE49-F238E27FC236}">
                  <a16:creationId xmlns:a16="http://schemas.microsoft.com/office/drawing/2014/main" id="{F396A815-8CAC-BACF-DDB9-738B2870AE0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9" name="Graphic 8">
              <a:extLst>
                <a:ext uri="{FF2B5EF4-FFF2-40B4-BE49-F238E27FC236}">
                  <a16:creationId xmlns:a16="http://schemas.microsoft.com/office/drawing/2014/main" id="{723C8446-34F6-BA07-A985-FD715FE9B1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
        <p:nvSpPr>
          <p:cNvPr id="242" name="Body Level One…"/>
          <p:cNvSpPr txBox="1">
            <a:spLocks noGrp="1"/>
          </p:cNvSpPr>
          <p:nvPr>
            <p:ph type="body" sz="quarter" idx="1"/>
          </p:nvPr>
        </p:nvSpPr>
        <p:spPr>
          <a:xfrm>
            <a:off x="406400" y="152400"/>
            <a:ext cx="84328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D83DCD5-6ADA-8E2F-BC72-3D7B00EA9487}"/>
              </a:ext>
            </a:extLst>
          </p:cNvPr>
          <p:cNvGrpSpPr/>
          <p:nvPr userDrawn="1"/>
        </p:nvGrpSpPr>
        <p:grpSpPr>
          <a:xfrm>
            <a:off x="-102843" y="-650917"/>
            <a:ext cx="12303941" cy="8256800"/>
            <a:chOff x="-1295802" y="-594107"/>
            <a:chExt cx="12303941" cy="8256800"/>
          </a:xfrm>
        </p:grpSpPr>
        <p:pic>
          <p:nvPicPr>
            <p:cNvPr id="3" name="Graphic 2">
              <a:extLst>
                <a:ext uri="{FF2B5EF4-FFF2-40B4-BE49-F238E27FC236}">
                  <a16:creationId xmlns:a16="http://schemas.microsoft.com/office/drawing/2014/main" id="{DF3CF46A-4731-9794-F82E-578CA1B02B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4" name="Graphic 3">
              <a:extLst>
                <a:ext uri="{FF2B5EF4-FFF2-40B4-BE49-F238E27FC236}">
                  <a16:creationId xmlns:a16="http://schemas.microsoft.com/office/drawing/2014/main" id="{EC4E59C5-F70B-33D6-A289-345720B601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5" name="Graphic 4">
              <a:extLst>
                <a:ext uri="{FF2B5EF4-FFF2-40B4-BE49-F238E27FC236}">
                  <a16:creationId xmlns:a16="http://schemas.microsoft.com/office/drawing/2014/main" id="{83DB6C13-052D-66C1-3906-10BA5F371D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pic>
          <p:nvPicPr>
            <p:cNvPr id="6" name="Graphic 5">
              <a:extLst>
                <a:ext uri="{FF2B5EF4-FFF2-40B4-BE49-F238E27FC236}">
                  <a16:creationId xmlns:a16="http://schemas.microsoft.com/office/drawing/2014/main" id="{08D62DB8-73ED-919A-FD1A-89A877BE1D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grpSp>
          <p:nvGrpSpPr>
            <p:cNvPr id="7" name="Group 6">
              <a:extLst>
                <a:ext uri="{FF2B5EF4-FFF2-40B4-BE49-F238E27FC236}">
                  <a16:creationId xmlns:a16="http://schemas.microsoft.com/office/drawing/2014/main" id="{EDCBCC01-1325-59A1-48E1-E4E0D969F815}"/>
                </a:ext>
              </a:extLst>
            </p:cNvPr>
            <p:cNvGrpSpPr/>
            <p:nvPr userDrawn="1"/>
          </p:nvGrpSpPr>
          <p:grpSpPr>
            <a:xfrm>
              <a:off x="-1192959" y="56810"/>
              <a:ext cx="12201098" cy="6817486"/>
              <a:chOff x="-1192959" y="56810"/>
              <a:chExt cx="12201098" cy="6817486"/>
            </a:xfrm>
          </p:grpSpPr>
          <p:grpSp>
            <p:nvGrpSpPr>
              <p:cNvPr id="10" name="Group 6">
                <a:extLst>
                  <a:ext uri="{FF2B5EF4-FFF2-40B4-BE49-F238E27FC236}">
                    <a16:creationId xmlns:a16="http://schemas.microsoft.com/office/drawing/2014/main" id="{2BD59BAF-9051-5D77-903F-068C0902D4E3}"/>
                  </a:ext>
                </a:extLst>
              </p:cNvPr>
              <p:cNvGrpSpPr/>
              <p:nvPr userDrawn="1"/>
            </p:nvGrpSpPr>
            <p:grpSpPr>
              <a:xfrm>
                <a:off x="-1192959" y="1195765"/>
                <a:ext cx="7010402" cy="46039"/>
                <a:chOff x="-1192959" y="-99633"/>
                <a:chExt cx="7010401" cy="46038"/>
              </a:xfrm>
            </p:grpSpPr>
            <p:sp>
              <p:nvSpPr>
                <p:cNvPr id="17" name="Rectangle 6">
                  <a:extLst>
                    <a:ext uri="{FF2B5EF4-FFF2-40B4-BE49-F238E27FC236}">
                      <a16:creationId xmlns:a16="http://schemas.microsoft.com/office/drawing/2014/main" id="{BCCC0B79-1282-D63C-A82F-56CC7AAF8BE6}"/>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8" name="Rectangle 7">
                  <a:extLst>
                    <a:ext uri="{FF2B5EF4-FFF2-40B4-BE49-F238E27FC236}">
                      <a16:creationId xmlns:a16="http://schemas.microsoft.com/office/drawing/2014/main" id="{E5E6F289-952F-9453-2050-98D1EB8B206B}"/>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9" name="Rectangle 8">
                  <a:extLst>
                    <a:ext uri="{FF2B5EF4-FFF2-40B4-BE49-F238E27FC236}">
                      <a16:creationId xmlns:a16="http://schemas.microsoft.com/office/drawing/2014/main" id="{570E857E-6F24-5895-4D71-C15C02E171F4}"/>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1" name="Group 10">
                <a:extLst>
                  <a:ext uri="{FF2B5EF4-FFF2-40B4-BE49-F238E27FC236}">
                    <a16:creationId xmlns:a16="http://schemas.microsoft.com/office/drawing/2014/main" id="{BD44E83B-69B7-C99E-3536-08BBA158446B}"/>
                  </a:ext>
                </a:extLst>
              </p:cNvPr>
              <p:cNvGrpSpPr/>
              <p:nvPr userDrawn="1"/>
            </p:nvGrpSpPr>
            <p:grpSpPr>
              <a:xfrm>
                <a:off x="3997736" y="6566647"/>
                <a:ext cx="7010403" cy="46039"/>
                <a:chOff x="1864136" y="13447"/>
                <a:chExt cx="7010402" cy="46038"/>
              </a:xfrm>
            </p:grpSpPr>
            <p:sp>
              <p:nvSpPr>
                <p:cNvPr id="14" name="Rectangle 10">
                  <a:extLst>
                    <a:ext uri="{FF2B5EF4-FFF2-40B4-BE49-F238E27FC236}">
                      <a16:creationId xmlns:a16="http://schemas.microsoft.com/office/drawing/2014/main" id="{388D9632-55E1-11F1-5629-ADF71954C378}"/>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5" name="Rectangle 11">
                  <a:extLst>
                    <a:ext uri="{FF2B5EF4-FFF2-40B4-BE49-F238E27FC236}">
                      <a16:creationId xmlns:a16="http://schemas.microsoft.com/office/drawing/2014/main" id="{6901D6A6-A6E2-5EC9-9DBF-B90B3630C162}"/>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6" name="Rectangle 12">
                  <a:extLst>
                    <a:ext uri="{FF2B5EF4-FFF2-40B4-BE49-F238E27FC236}">
                      <a16:creationId xmlns:a16="http://schemas.microsoft.com/office/drawing/2014/main" id="{19D23110-5604-88C5-1A5C-E876BB0C89B8}"/>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2" name="Picture 14" descr="Picture 14">
                <a:extLst>
                  <a:ext uri="{FF2B5EF4-FFF2-40B4-BE49-F238E27FC236}">
                    <a16:creationId xmlns:a16="http://schemas.microsoft.com/office/drawing/2014/main" id="{AE497393-DC89-79F3-C87F-307E9F0DD67F}"/>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3" name="TextBox 14">
                <a:extLst>
                  <a:ext uri="{FF2B5EF4-FFF2-40B4-BE49-F238E27FC236}">
                    <a16:creationId xmlns:a16="http://schemas.microsoft.com/office/drawing/2014/main" id="{F73DBF90-5515-96C3-80B1-120A09D72FC7}"/>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8" name="Graphic 7">
              <a:extLst>
                <a:ext uri="{FF2B5EF4-FFF2-40B4-BE49-F238E27FC236}">
                  <a16:creationId xmlns:a16="http://schemas.microsoft.com/office/drawing/2014/main" id="{409F72CB-69C8-57C1-0864-DFE6B5BE53B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9" name="Graphic 8">
              <a:extLst>
                <a:ext uri="{FF2B5EF4-FFF2-40B4-BE49-F238E27FC236}">
                  <a16:creationId xmlns:a16="http://schemas.microsoft.com/office/drawing/2014/main" id="{265410AA-F35C-E6B0-EBD0-4289052530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
        <p:nvSpPr>
          <p:cNvPr id="279" name="Body Level One…"/>
          <p:cNvSpPr txBox="1">
            <a:spLocks noGrp="1"/>
          </p:cNvSpPr>
          <p:nvPr>
            <p:ph type="body" sz="half" idx="1"/>
          </p:nvPr>
        </p:nvSpPr>
        <p:spPr>
          <a:xfrm>
            <a:off x="4766733" y="1600204"/>
            <a:ext cx="6815667"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609602" y="1600204"/>
            <a:ext cx="4011087" cy="4525963"/>
          </a:xfrm>
          <a:prstGeom prst="rect">
            <a:avLst/>
          </a:prstGeom>
        </p:spPr>
        <p:txBody>
          <a:bodyPr>
            <a:normAutofit/>
          </a:bodyPr>
          <a:lstStyle>
            <a:lvl1pPr marL="0" indent="0">
              <a:spcBef>
                <a:spcPts val="300"/>
              </a:spcBef>
              <a:buSzTx/>
              <a:buFontTx/>
              <a:buNone/>
              <a:defRPr sz="1400"/>
            </a:lvl1p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8B810E0-9C3E-D2E5-5267-2DE0C87D134E}"/>
              </a:ext>
            </a:extLst>
          </p:cNvPr>
          <p:cNvGrpSpPr/>
          <p:nvPr userDrawn="1"/>
        </p:nvGrpSpPr>
        <p:grpSpPr>
          <a:xfrm>
            <a:off x="-102843" y="-650917"/>
            <a:ext cx="12303941" cy="8256800"/>
            <a:chOff x="-1295802" y="-594107"/>
            <a:chExt cx="12303941" cy="8256800"/>
          </a:xfrm>
        </p:grpSpPr>
        <p:pic>
          <p:nvPicPr>
            <p:cNvPr id="3" name="Graphic 2">
              <a:extLst>
                <a:ext uri="{FF2B5EF4-FFF2-40B4-BE49-F238E27FC236}">
                  <a16:creationId xmlns:a16="http://schemas.microsoft.com/office/drawing/2014/main" id="{537C7932-2BA2-B1C4-3751-255AB03BA88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4" name="Graphic 3">
              <a:extLst>
                <a:ext uri="{FF2B5EF4-FFF2-40B4-BE49-F238E27FC236}">
                  <a16:creationId xmlns:a16="http://schemas.microsoft.com/office/drawing/2014/main" id="{185E1ED0-02DF-D543-6E26-DF09CB74BA3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5" name="Graphic 4">
              <a:extLst>
                <a:ext uri="{FF2B5EF4-FFF2-40B4-BE49-F238E27FC236}">
                  <a16:creationId xmlns:a16="http://schemas.microsoft.com/office/drawing/2014/main" id="{F6AAF5F0-F50A-5281-0E94-B159C1C9D6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pic>
          <p:nvPicPr>
            <p:cNvPr id="6" name="Graphic 5">
              <a:extLst>
                <a:ext uri="{FF2B5EF4-FFF2-40B4-BE49-F238E27FC236}">
                  <a16:creationId xmlns:a16="http://schemas.microsoft.com/office/drawing/2014/main" id="{5F0588DA-119B-B278-2C3C-CCEE5C7C597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grpSp>
          <p:nvGrpSpPr>
            <p:cNvPr id="7" name="Group 6">
              <a:extLst>
                <a:ext uri="{FF2B5EF4-FFF2-40B4-BE49-F238E27FC236}">
                  <a16:creationId xmlns:a16="http://schemas.microsoft.com/office/drawing/2014/main" id="{DEF36532-10D9-559E-B496-A5F6E7EF1185}"/>
                </a:ext>
              </a:extLst>
            </p:cNvPr>
            <p:cNvGrpSpPr/>
            <p:nvPr userDrawn="1"/>
          </p:nvGrpSpPr>
          <p:grpSpPr>
            <a:xfrm>
              <a:off x="-1192959" y="56810"/>
              <a:ext cx="12201098" cy="6817486"/>
              <a:chOff x="-1192959" y="56810"/>
              <a:chExt cx="12201098" cy="6817486"/>
            </a:xfrm>
          </p:grpSpPr>
          <p:grpSp>
            <p:nvGrpSpPr>
              <p:cNvPr id="10" name="Group 6">
                <a:extLst>
                  <a:ext uri="{FF2B5EF4-FFF2-40B4-BE49-F238E27FC236}">
                    <a16:creationId xmlns:a16="http://schemas.microsoft.com/office/drawing/2014/main" id="{436C260B-E004-E82D-0369-9CB002431B2E}"/>
                  </a:ext>
                </a:extLst>
              </p:cNvPr>
              <p:cNvGrpSpPr/>
              <p:nvPr userDrawn="1"/>
            </p:nvGrpSpPr>
            <p:grpSpPr>
              <a:xfrm>
                <a:off x="-1192959" y="1195765"/>
                <a:ext cx="7010402" cy="46039"/>
                <a:chOff x="-1192959" y="-99633"/>
                <a:chExt cx="7010401" cy="46038"/>
              </a:xfrm>
            </p:grpSpPr>
            <p:sp>
              <p:nvSpPr>
                <p:cNvPr id="17" name="Rectangle 6">
                  <a:extLst>
                    <a:ext uri="{FF2B5EF4-FFF2-40B4-BE49-F238E27FC236}">
                      <a16:creationId xmlns:a16="http://schemas.microsoft.com/office/drawing/2014/main" id="{6380654F-4577-918A-B4E3-054D9C8F5B57}"/>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8" name="Rectangle 7">
                  <a:extLst>
                    <a:ext uri="{FF2B5EF4-FFF2-40B4-BE49-F238E27FC236}">
                      <a16:creationId xmlns:a16="http://schemas.microsoft.com/office/drawing/2014/main" id="{99F0A6E6-DA5C-6DDE-9C95-863EDC2C7292}"/>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9" name="Rectangle 8">
                  <a:extLst>
                    <a:ext uri="{FF2B5EF4-FFF2-40B4-BE49-F238E27FC236}">
                      <a16:creationId xmlns:a16="http://schemas.microsoft.com/office/drawing/2014/main" id="{880386A6-6F4F-F1B3-61D3-8A316CC88B08}"/>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1" name="Group 10">
                <a:extLst>
                  <a:ext uri="{FF2B5EF4-FFF2-40B4-BE49-F238E27FC236}">
                    <a16:creationId xmlns:a16="http://schemas.microsoft.com/office/drawing/2014/main" id="{82800E7C-3168-5EB0-8DA1-8E7D8C34B335}"/>
                  </a:ext>
                </a:extLst>
              </p:cNvPr>
              <p:cNvGrpSpPr/>
              <p:nvPr userDrawn="1"/>
            </p:nvGrpSpPr>
            <p:grpSpPr>
              <a:xfrm>
                <a:off x="3997736" y="6566647"/>
                <a:ext cx="7010403" cy="46039"/>
                <a:chOff x="1864136" y="13447"/>
                <a:chExt cx="7010402" cy="46038"/>
              </a:xfrm>
            </p:grpSpPr>
            <p:sp>
              <p:nvSpPr>
                <p:cNvPr id="14" name="Rectangle 10">
                  <a:extLst>
                    <a:ext uri="{FF2B5EF4-FFF2-40B4-BE49-F238E27FC236}">
                      <a16:creationId xmlns:a16="http://schemas.microsoft.com/office/drawing/2014/main" id="{78D9F0B3-E662-AF29-5860-02FF7201BF42}"/>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5" name="Rectangle 11">
                  <a:extLst>
                    <a:ext uri="{FF2B5EF4-FFF2-40B4-BE49-F238E27FC236}">
                      <a16:creationId xmlns:a16="http://schemas.microsoft.com/office/drawing/2014/main" id="{D2D3D5FC-462B-FBB1-82C4-2294144A78CA}"/>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16" name="Rectangle 12">
                  <a:extLst>
                    <a:ext uri="{FF2B5EF4-FFF2-40B4-BE49-F238E27FC236}">
                      <a16:creationId xmlns:a16="http://schemas.microsoft.com/office/drawing/2014/main" id="{8CCC8EC3-ECB6-D692-0B5C-365E375E1E78}"/>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2" name="Picture 14" descr="Picture 14">
                <a:extLst>
                  <a:ext uri="{FF2B5EF4-FFF2-40B4-BE49-F238E27FC236}">
                    <a16:creationId xmlns:a16="http://schemas.microsoft.com/office/drawing/2014/main" id="{9A731252-A86B-1B55-0EB8-82DACC658F23}"/>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3" name="TextBox 14">
                <a:extLst>
                  <a:ext uri="{FF2B5EF4-FFF2-40B4-BE49-F238E27FC236}">
                    <a16:creationId xmlns:a16="http://schemas.microsoft.com/office/drawing/2014/main" id="{DBC62898-611B-4065-E9A7-6DD7B77616B0}"/>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8" name="Graphic 7">
              <a:extLst>
                <a:ext uri="{FF2B5EF4-FFF2-40B4-BE49-F238E27FC236}">
                  <a16:creationId xmlns:a16="http://schemas.microsoft.com/office/drawing/2014/main" id="{67842C91-4FA6-827A-D8F1-8AB1A6D6B8F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9" name="Graphic 8">
              <a:extLst>
                <a:ext uri="{FF2B5EF4-FFF2-40B4-BE49-F238E27FC236}">
                  <a16:creationId xmlns:a16="http://schemas.microsoft.com/office/drawing/2014/main" id="{62E888AD-7F41-A332-1F4E-82C3156DAE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
        <p:nvSpPr>
          <p:cNvPr id="337" name="Title Text"/>
          <p:cNvSpPr txBox="1">
            <a:spLocks noGrp="1"/>
          </p:cNvSpPr>
          <p:nvPr>
            <p:ph type="title"/>
          </p:nvPr>
        </p:nvSpPr>
        <p:spPr>
          <a:xfrm>
            <a:off x="2389721" y="5407025"/>
            <a:ext cx="73152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2389721" y="5711825"/>
            <a:ext cx="73152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2389721" y="1828800"/>
            <a:ext cx="73152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067648D-1645-9167-4606-58BA03F30780}"/>
              </a:ext>
            </a:extLst>
          </p:cNvPr>
          <p:cNvGrpSpPr/>
          <p:nvPr userDrawn="1"/>
        </p:nvGrpSpPr>
        <p:grpSpPr>
          <a:xfrm>
            <a:off x="-102843" y="-650917"/>
            <a:ext cx="12303941" cy="8256800"/>
            <a:chOff x="-1295802" y="-594107"/>
            <a:chExt cx="12303941" cy="8256800"/>
          </a:xfrm>
        </p:grpSpPr>
        <p:pic>
          <p:nvPicPr>
            <p:cNvPr id="10" name="Graphic 9">
              <a:extLst>
                <a:ext uri="{FF2B5EF4-FFF2-40B4-BE49-F238E27FC236}">
                  <a16:creationId xmlns:a16="http://schemas.microsoft.com/office/drawing/2014/main" id="{574FF938-F5EF-634E-BE3E-5AE25A010A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4045" y="-594107"/>
              <a:ext cx="3329835" cy="3329835"/>
            </a:xfrm>
            <a:prstGeom prst="rect">
              <a:avLst/>
            </a:prstGeom>
          </p:spPr>
        </p:pic>
        <p:pic>
          <p:nvPicPr>
            <p:cNvPr id="4" name="Graphic 3">
              <a:extLst>
                <a:ext uri="{FF2B5EF4-FFF2-40B4-BE49-F238E27FC236}">
                  <a16:creationId xmlns:a16="http://schemas.microsoft.com/office/drawing/2014/main" id="{979ECC79-8F54-7F94-3EAD-81345B7AC8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6" name="Graphic 5">
              <a:extLst>
                <a:ext uri="{FF2B5EF4-FFF2-40B4-BE49-F238E27FC236}">
                  <a16:creationId xmlns:a16="http://schemas.microsoft.com/office/drawing/2014/main" id="{B97C9B19-0959-6729-CB1F-3D11484163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1295802" y="4332858"/>
              <a:ext cx="3329835" cy="3329835"/>
            </a:xfrm>
            <a:prstGeom prst="rect">
              <a:avLst/>
            </a:prstGeom>
          </p:spPr>
        </p:pic>
        <p:pic>
          <p:nvPicPr>
            <p:cNvPr id="8" name="Graphic 7">
              <a:extLst>
                <a:ext uri="{FF2B5EF4-FFF2-40B4-BE49-F238E27FC236}">
                  <a16:creationId xmlns:a16="http://schemas.microsoft.com/office/drawing/2014/main" id="{94C8A79B-7872-AE7B-D9C6-9B33E90100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003" y="4282883"/>
              <a:ext cx="3329835" cy="3329835"/>
            </a:xfrm>
            <a:prstGeom prst="rect">
              <a:avLst/>
            </a:prstGeom>
          </p:spPr>
        </p:pic>
        <p:grpSp>
          <p:nvGrpSpPr>
            <p:cNvPr id="12" name="Group 11">
              <a:extLst>
                <a:ext uri="{FF2B5EF4-FFF2-40B4-BE49-F238E27FC236}">
                  <a16:creationId xmlns:a16="http://schemas.microsoft.com/office/drawing/2014/main" id="{04F7A4EC-2F90-016A-D0A2-3376A5FB6C00}"/>
                </a:ext>
              </a:extLst>
            </p:cNvPr>
            <p:cNvGrpSpPr/>
            <p:nvPr userDrawn="1"/>
          </p:nvGrpSpPr>
          <p:grpSpPr>
            <a:xfrm>
              <a:off x="-1192959" y="56810"/>
              <a:ext cx="12201098" cy="6817486"/>
              <a:chOff x="-1192959" y="56810"/>
              <a:chExt cx="12201098" cy="6817486"/>
            </a:xfrm>
          </p:grpSpPr>
          <p:grpSp>
            <p:nvGrpSpPr>
              <p:cNvPr id="14" name="Group 6">
                <a:extLst>
                  <a:ext uri="{FF2B5EF4-FFF2-40B4-BE49-F238E27FC236}">
                    <a16:creationId xmlns:a16="http://schemas.microsoft.com/office/drawing/2014/main" id="{BD337172-C9BA-1276-B746-8C6038DC64B0}"/>
                  </a:ext>
                </a:extLst>
              </p:cNvPr>
              <p:cNvGrpSpPr/>
              <p:nvPr userDrawn="1"/>
            </p:nvGrpSpPr>
            <p:grpSpPr>
              <a:xfrm>
                <a:off x="-1192959" y="1195765"/>
                <a:ext cx="7010402" cy="46039"/>
                <a:chOff x="-1192959" y="-99633"/>
                <a:chExt cx="7010401" cy="46038"/>
              </a:xfrm>
            </p:grpSpPr>
            <p:sp>
              <p:nvSpPr>
                <p:cNvPr id="23" name="Rectangle 6">
                  <a:extLst>
                    <a:ext uri="{FF2B5EF4-FFF2-40B4-BE49-F238E27FC236}">
                      <a16:creationId xmlns:a16="http://schemas.microsoft.com/office/drawing/2014/main" id="{81A44DA5-C6BF-0598-EF7C-79826A49A72C}"/>
                    </a:ext>
                  </a:extLst>
                </p:cNvPr>
                <p:cNvSpPr/>
                <p:nvPr/>
              </p:nvSpPr>
              <p:spPr>
                <a:xfrm>
                  <a:off x="1169240" y="-99633"/>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24" name="Rectangle 7">
                  <a:extLst>
                    <a:ext uri="{FF2B5EF4-FFF2-40B4-BE49-F238E27FC236}">
                      <a16:creationId xmlns:a16="http://schemas.microsoft.com/office/drawing/2014/main" id="{4B21725A-8895-5B37-F8AF-1DC5832C6F9F}"/>
                    </a:ext>
                  </a:extLst>
                </p:cNvPr>
                <p:cNvSpPr/>
                <p:nvPr/>
              </p:nvSpPr>
              <p:spPr>
                <a:xfrm>
                  <a:off x="-1192959" y="-99633"/>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25" name="Rectangle 8">
                  <a:extLst>
                    <a:ext uri="{FF2B5EF4-FFF2-40B4-BE49-F238E27FC236}">
                      <a16:creationId xmlns:a16="http://schemas.microsoft.com/office/drawing/2014/main" id="{4C7800ED-5376-4A04-2877-AC1CBB4EEADA}"/>
                    </a:ext>
                  </a:extLst>
                </p:cNvPr>
                <p:cNvSpPr/>
                <p:nvPr/>
              </p:nvSpPr>
              <p:spPr>
                <a:xfrm>
                  <a:off x="3488578" y="-99633"/>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grpSp>
            <p:nvGrpSpPr>
              <p:cNvPr id="15" name="Group 10">
                <a:extLst>
                  <a:ext uri="{FF2B5EF4-FFF2-40B4-BE49-F238E27FC236}">
                    <a16:creationId xmlns:a16="http://schemas.microsoft.com/office/drawing/2014/main" id="{A61F7D7C-BD1E-4A65-7654-A15E30BB91FC}"/>
                  </a:ext>
                </a:extLst>
              </p:cNvPr>
              <p:cNvGrpSpPr/>
              <p:nvPr userDrawn="1"/>
            </p:nvGrpSpPr>
            <p:grpSpPr>
              <a:xfrm>
                <a:off x="3997736" y="6566647"/>
                <a:ext cx="7010403" cy="46039"/>
                <a:chOff x="1864136" y="13447"/>
                <a:chExt cx="7010402" cy="46038"/>
              </a:xfrm>
            </p:grpSpPr>
            <p:sp>
              <p:nvSpPr>
                <p:cNvPr id="20" name="Rectangle 10">
                  <a:extLst>
                    <a:ext uri="{FF2B5EF4-FFF2-40B4-BE49-F238E27FC236}">
                      <a16:creationId xmlns:a16="http://schemas.microsoft.com/office/drawing/2014/main" id="{8C845C8C-A63F-E0F5-7693-015CAB6F6962}"/>
                    </a:ext>
                  </a:extLst>
                </p:cNvPr>
                <p:cNvSpPr/>
                <p:nvPr/>
              </p:nvSpPr>
              <p:spPr>
                <a:xfrm>
                  <a:off x="4226336" y="13447"/>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21" name="Rectangle 11">
                  <a:extLst>
                    <a:ext uri="{FF2B5EF4-FFF2-40B4-BE49-F238E27FC236}">
                      <a16:creationId xmlns:a16="http://schemas.microsoft.com/office/drawing/2014/main" id="{6BA00096-75C6-2872-5E1E-053FE0D2DB64}"/>
                    </a:ext>
                  </a:extLst>
                </p:cNvPr>
                <p:cNvSpPr/>
                <p:nvPr/>
              </p:nvSpPr>
              <p:spPr>
                <a:xfrm>
                  <a:off x="1864136" y="13447"/>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sp>
              <p:nvSpPr>
                <p:cNvPr id="22" name="Rectangle 12">
                  <a:extLst>
                    <a:ext uri="{FF2B5EF4-FFF2-40B4-BE49-F238E27FC236}">
                      <a16:creationId xmlns:a16="http://schemas.microsoft.com/office/drawing/2014/main" id="{A7610219-47E5-8812-9585-0B77B94F39C0}"/>
                    </a:ext>
                  </a:extLst>
                </p:cNvPr>
                <p:cNvSpPr/>
                <p:nvPr/>
              </p:nvSpPr>
              <p:spPr>
                <a:xfrm>
                  <a:off x="6545674" y="13447"/>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800"/>
                </a:p>
              </p:txBody>
            </p:sp>
          </p:grpSp>
          <p:pic>
            <p:nvPicPr>
              <p:cNvPr id="18" name="Picture 14" descr="Picture 14">
                <a:extLst>
                  <a:ext uri="{FF2B5EF4-FFF2-40B4-BE49-F238E27FC236}">
                    <a16:creationId xmlns:a16="http://schemas.microsoft.com/office/drawing/2014/main" id="{95FF4468-D34A-E074-B89D-FB356AFFC7A4}"/>
                  </a:ext>
                </a:extLst>
              </p:cNvPr>
              <p:cNvPicPr>
                <a:picLocks noChangeAspect="1"/>
              </p:cNvPicPr>
              <p:nvPr userDrawn="1"/>
            </p:nvPicPr>
            <p:blipFill>
              <a:blip r:embed="rId3"/>
              <a:srcRect t="2677" b="2677"/>
              <a:stretch>
                <a:fillRect/>
              </a:stretch>
            </p:blipFill>
            <p:spPr>
              <a:xfrm>
                <a:off x="8535183" y="56810"/>
                <a:ext cx="2193925" cy="692150"/>
              </a:xfrm>
              <a:prstGeom prst="rect">
                <a:avLst/>
              </a:prstGeom>
              <a:ln w="12700">
                <a:miter lim="400000"/>
              </a:ln>
            </p:spPr>
          </p:pic>
          <p:sp>
            <p:nvSpPr>
              <p:cNvPr id="19" name="TextBox 14">
                <a:extLst>
                  <a:ext uri="{FF2B5EF4-FFF2-40B4-BE49-F238E27FC236}">
                    <a16:creationId xmlns:a16="http://schemas.microsoft.com/office/drawing/2014/main" id="{353C2E6B-5028-5372-934C-DB77A5EB4672}"/>
                  </a:ext>
                </a:extLst>
              </p:cNvPr>
              <p:cNvSpPr txBox="1"/>
              <p:nvPr userDrawn="1"/>
            </p:nvSpPr>
            <p:spPr>
              <a:xfrm>
                <a:off x="5064111" y="6612686"/>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1100" dirty="0"/>
                  <a:t>BITS </a:t>
                </a:r>
                <a:r>
                  <a:rPr lang="en-IN" sz="1100" b="0" dirty="0" err="1"/>
                  <a:t>Pilani</a:t>
                </a:r>
                <a:r>
                  <a:rPr lang="en-IN" sz="1100" b="0" dirty="0"/>
                  <a:t>, Deemed to be University under Section 3 of UGC Act, 1956</a:t>
                </a:r>
              </a:p>
            </p:txBody>
          </p:sp>
        </p:grpSp>
        <p:pic>
          <p:nvPicPr>
            <p:cNvPr id="13" name="Graphic 12">
              <a:extLst>
                <a:ext uri="{FF2B5EF4-FFF2-40B4-BE49-F238E27FC236}">
                  <a16:creationId xmlns:a16="http://schemas.microsoft.com/office/drawing/2014/main" id="{4CF24158-D069-0F5F-94CE-864BEA35EFE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pic>
          <p:nvPicPr>
            <p:cNvPr id="11" name="Graphic 10">
              <a:extLst>
                <a:ext uri="{FF2B5EF4-FFF2-40B4-BE49-F238E27FC236}">
                  <a16:creationId xmlns:a16="http://schemas.microsoft.com/office/drawing/2014/main" id="{47F2C948-D155-2208-82A3-B78D59A61D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7654738" y="-594106"/>
              <a:ext cx="3329835" cy="3329835"/>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646167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879470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551940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791805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922650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479357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8307676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6974194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795918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164401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5546399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420431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168383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2581108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7929951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6254622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5208481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7466099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0935818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8313553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8661795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1400502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5896086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88177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76643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7828273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6019697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5703962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4302097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0997326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281471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42633962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8555220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3595457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2667011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2095114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9133120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39634453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a:ln>
                  <a:noFill/>
                </a:ln>
                <a:solidFill>
                  <a:srgbClr val="101141"/>
                </a:solidFill>
                <a:effectLst/>
                <a:uLnTx/>
                <a:uFillTx/>
                <a:latin typeface="Arial"/>
                <a:cs typeface="Arial"/>
              </a:rPr>
              <a:t>First Level</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First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IN" sz="2400" u="none" strike="noStrike" kern="1200" cap="none" spc="0" normalizeH="0" baseline="0" noProof="0" dirty="0">
                <a:ln>
                  <a:noFill/>
                </a:ln>
                <a:solidFill>
                  <a:srgbClr val="101141"/>
                </a:solidFill>
                <a:effectLst/>
                <a:uLnTx/>
                <a:uFillTx/>
                <a:latin typeface="Arial"/>
                <a:cs typeface="Arial"/>
              </a:rPr>
              <a:t>Frist Level</a:t>
            </a:r>
            <a:endParaRPr lang="en-US" dirty="0"/>
          </a:p>
        </p:txBody>
      </p:sp>
      <p:sp>
        <p:nvSpPr>
          <p:cNvPr id="7" name="TextBox 6"/>
          <p:cNvSpPr txBox="1"/>
          <p:nvPr userDrawn="1"/>
        </p:nvSpPr>
        <p:spPr>
          <a:xfrm>
            <a:off x="9550400" y="6596390"/>
            <a:ext cx="26416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WILPD</a:t>
            </a:r>
          </a:p>
        </p:txBody>
      </p:sp>
      <p:grpSp>
        <p:nvGrpSpPr>
          <p:cNvPr id="12" name="Group 11"/>
          <p:cNvGrpSpPr/>
          <p:nvPr userDrawn="1"/>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8839201" y="-1"/>
            <a:ext cx="2924257" cy="692697"/>
          </a:xfrm>
          <a:prstGeom prst="rect">
            <a:avLst/>
          </a:prstGeom>
        </p:spPr>
      </p:pic>
      <p:grpSp>
        <p:nvGrpSpPr>
          <p:cNvPr id="19" name="Group 18"/>
          <p:cNvGrpSpPr/>
          <p:nvPr userDrawn="1"/>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18" name="Date Placeholder 3"/>
          <p:cNvSpPr>
            <a:spLocks noGrp="1"/>
          </p:cNvSpPr>
          <p:nvPr>
            <p:ph type="dt" sz="half" idx="2"/>
          </p:nvPr>
        </p:nvSpPr>
        <p:spPr>
          <a:xfrm>
            <a:off x="406400" y="6596390"/>
            <a:ext cx="2844800" cy="261610"/>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dirty="0"/>
              <a:t>4/30/2018</a:t>
            </a:r>
          </a:p>
        </p:txBody>
      </p:sp>
      <p:sp>
        <p:nvSpPr>
          <p:cNvPr id="28" name="Footer Placeholder 4"/>
          <p:cNvSpPr>
            <a:spLocks noGrp="1"/>
          </p:cNvSpPr>
          <p:nvPr>
            <p:ph type="ftr" sz="quarter" idx="3"/>
          </p:nvPr>
        </p:nvSpPr>
        <p:spPr>
          <a:xfrm>
            <a:off x="2743200" y="6596390"/>
            <a:ext cx="6197600" cy="261610"/>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29" name="Slide Number Placeholder 5"/>
          <p:cNvSpPr>
            <a:spLocks noGrp="1"/>
          </p:cNvSpPr>
          <p:nvPr>
            <p:ph type="sldNum" sz="quarter" idx="4"/>
          </p:nvPr>
        </p:nvSpPr>
        <p:spPr>
          <a:xfrm>
            <a:off x="9990983" y="6588696"/>
            <a:ext cx="372218" cy="276999"/>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extLst>
      <p:ext uri="{BB962C8B-B14F-4D97-AF65-F5344CB8AC3E}">
        <p14:creationId xmlns:p14="http://schemas.microsoft.com/office/powerpoint/2010/main" val="15994379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p:spPr>
      </p:pic>
      <p:sp>
        <p:nvSpPr>
          <p:cNvPr id="8" name="Rectangle 7"/>
          <p:cNvSpPr/>
          <p:nvPr userDrawn="1"/>
        </p:nvSpPr>
        <p:spPr>
          <a:xfrm>
            <a:off x="0" y="4282182"/>
            <a:ext cx="12192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5" name="Picture 14" descr="Picture 7.png"/>
          <p:cNvPicPr>
            <a:picLocks noChangeAspect="1"/>
          </p:cNvPicPr>
          <p:nvPr userDrawn="1"/>
        </p:nvPicPr>
        <p:blipFill>
          <a:blip r:embed="rId3" cstate="print"/>
          <a:srcRect l="1923" b="5336"/>
          <a:stretch>
            <a:fillRect/>
          </a:stretch>
        </p:blipFill>
        <p:spPr>
          <a:xfrm>
            <a:off x="8839201" y="-1"/>
            <a:ext cx="2924257" cy="692697"/>
          </a:xfrm>
          <a:prstGeom prst="rect">
            <a:avLst/>
          </a:prstGeom>
        </p:spPr>
      </p:pic>
      <p:sp>
        <p:nvSpPr>
          <p:cNvPr id="17" name="Content Placeholder 16"/>
          <p:cNvSpPr>
            <a:spLocks noGrp="1"/>
          </p:cNvSpPr>
          <p:nvPr>
            <p:ph sz="quarter" idx="10" hasCustomPrompt="1"/>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2" name="TextBox 11"/>
          <p:cNvSpPr txBox="1"/>
          <p:nvPr userDrawn="1"/>
        </p:nvSpPr>
        <p:spPr>
          <a:xfrm>
            <a:off x="8839200" y="609600"/>
            <a:ext cx="29464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3" name="TextBox 12"/>
          <p:cNvSpPr txBox="1"/>
          <p:nvPr userDrawn="1"/>
        </p:nvSpPr>
        <p:spPr>
          <a:xfrm>
            <a:off x="9144000" y="1018402"/>
            <a:ext cx="2540000" cy="461665"/>
          </a:xfrm>
          <a:prstGeom prst="rect">
            <a:avLst/>
          </a:prstGeom>
          <a:noFill/>
        </p:spPr>
        <p:txBody>
          <a:bodyPr wrap="square" rtlCol="0">
            <a:spAutoFit/>
          </a:bodyPr>
          <a:lstStyle/>
          <a:p>
            <a:pPr algn="l"/>
            <a:r>
              <a:rPr lang="en-US" sz="1200" spc="0" dirty="0">
                <a:solidFill>
                  <a:srgbClr val="FFFFFF"/>
                </a:solidFill>
                <a:latin typeface="Arial"/>
                <a:cs typeface="Arial"/>
              </a:rPr>
              <a:t>Work Integrated Learning Programmes Division</a:t>
            </a:r>
          </a:p>
        </p:txBody>
      </p:sp>
    </p:spTree>
    <p:extLst>
      <p:ext uri="{BB962C8B-B14F-4D97-AF65-F5344CB8AC3E}">
        <p14:creationId xmlns:p14="http://schemas.microsoft.com/office/powerpoint/2010/main" val="41239981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2">
            <a:lum/>
          </a:blip>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609600" y="1600204"/>
            <a:ext cx="109728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8457719" y="6217856"/>
            <a:ext cx="279883" cy="276999"/>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itle 4"/>
          <p:cNvSpPr txBox="1">
            <a:spLocks noGrp="1"/>
          </p:cNvSpPr>
          <p:nvPr>
            <p:ph type="title"/>
          </p:nvPr>
        </p:nvSpPr>
        <p:spPr>
          <a:prstGeom prst="rect">
            <a:avLst/>
          </a:prstGeom>
        </p:spPr>
        <p:txBody>
          <a:bodyPr/>
          <a:lstStyle>
            <a:lvl1pPr>
              <a:defRPr spc="-200"/>
            </a:lvl1pPr>
          </a:lstStyle>
          <a:p>
            <a:pPr algn="r"/>
            <a:r>
              <a:rPr lang="en-IN" dirty="0"/>
              <a:t>Financial and Management Accounting</a:t>
            </a:r>
            <a:endParaRPr dirty="0"/>
          </a:p>
        </p:txBody>
      </p:sp>
      <p:sp>
        <p:nvSpPr>
          <p:cNvPr id="351" name="Content Placeholder 5"/>
          <p:cNvSpPr txBox="1">
            <a:spLocks noGrp="1"/>
          </p:cNvSpPr>
          <p:nvPr>
            <p:ph type="body" sz="quarter" idx="1"/>
          </p:nvPr>
        </p:nvSpPr>
        <p:spPr>
          <a:prstGeom prst="rect">
            <a:avLst/>
          </a:prstGeom>
        </p:spPr>
        <p:txBody>
          <a:bodyPr/>
          <a:lstStyle/>
          <a:p>
            <a:pPr defTabSz="886968">
              <a:lnSpc>
                <a:spcPts val="1700"/>
              </a:lnSpc>
              <a:defRPr sz="1746"/>
            </a:pPr>
            <a:r>
              <a:t>Faculty Name</a:t>
            </a:r>
          </a:p>
          <a:p>
            <a:pPr defTabSz="886968">
              <a:lnSpc>
                <a:spcPts val="1700"/>
              </a:lnSpc>
              <a:defRPr sz="1746"/>
            </a:pPr>
            <a:r>
              <a:t>Faculty Department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p:cNvSpPr txBox="1">
            <a:spLocks noGrp="1"/>
          </p:cNvSpPr>
          <p:nvPr>
            <p:ph type="body" sz="half" idx="1"/>
          </p:nvPr>
        </p:nvSpPr>
        <p:spPr>
          <a:xfrm>
            <a:off x="83428" y="4478338"/>
            <a:ext cx="11277600" cy="1600200"/>
          </a:xfrm>
          <a:prstGeom prst="rect">
            <a:avLst/>
          </a:prstGeom>
        </p:spPr>
        <p:txBody>
          <a:bodyPr/>
          <a:lstStyle/>
          <a:p>
            <a:pPr>
              <a:defRPr spc="-200"/>
            </a:pPr>
            <a:r>
              <a:rPr lang="en-US" dirty="0"/>
              <a:t>INTRODUCTION TO ACCOUNTING</a:t>
            </a:r>
            <a:endParaRPr dirty="0"/>
          </a:p>
          <a:p>
            <a:pPr>
              <a:defRPr spc="-200"/>
            </a:pPr>
            <a:r>
              <a:rPr dirty="0"/>
              <a:t>Lecture No.</a:t>
            </a:r>
            <a:r>
              <a:rPr lang="en-US" dirty="0"/>
              <a:t> 1</a:t>
            </a:r>
            <a:endParaRPr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0758024" cy="2660635"/>
          </a:xfrm>
        </p:spPr>
        <p:txBody>
          <a:bodyPr>
            <a:normAutofit/>
          </a:bodyPr>
          <a:lstStyle/>
          <a:p>
            <a:r>
              <a:rPr lang="en-US" dirty="0"/>
              <a:t>Financial Accounting is the process of identifying, measuring and communicating financial information about an entity to permit informed judgements and decisions by users of the information.</a:t>
            </a:r>
            <a:endParaRPr lang="en-US" b="1" dirty="0">
              <a:solidFill>
                <a:srgbClr val="C00000"/>
              </a:solidFill>
            </a:endParaRPr>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3</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What is Financial Accounting</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a:p>
            <a:pPr hangingPunct="1">
              <a:defRPr/>
            </a:pPr>
            <a:endParaRPr lang="en-US" kern="1200" dirty="0">
              <a:solidFill>
                <a:prstClr val="black">
                  <a:tint val="75000"/>
                </a:prstClr>
              </a:solidFill>
              <a:ea typeface="+mn-ea"/>
            </a:endParaRPr>
          </a:p>
        </p:txBody>
      </p:sp>
    </p:spTree>
    <p:extLst>
      <p:ext uri="{BB962C8B-B14F-4D97-AF65-F5344CB8AC3E}">
        <p14:creationId xmlns:p14="http://schemas.microsoft.com/office/powerpoint/2010/main" val="27985190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214776" y="1463308"/>
            <a:ext cx="10703160" cy="4592635"/>
          </a:xfrm>
        </p:spPr>
        <p:txBody>
          <a:bodyPr>
            <a:normAutofit fontScale="47500" lnSpcReduction="20000"/>
          </a:bodyPr>
          <a:lstStyle/>
          <a:p>
            <a:pPr>
              <a:buFont typeface="Arial" panose="020B0604020202020204" pitchFamily="34" charset="0"/>
              <a:buChar char="•"/>
            </a:pPr>
            <a:r>
              <a:rPr lang="en-US" dirty="0"/>
              <a:t>Financial Accounting is the process of identifying, measuring and communicating financial information about an entity to permit informed judgements and decisions by users of the information.</a:t>
            </a:r>
          </a:p>
          <a:p>
            <a:pPr>
              <a:buFont typeface="Arial" panose="020B0604020202020204" pitchFamily="34" charset="0"/>
              <a:buChar char="•"/>
            </a:pPr>
            <a:r>
              <a:rPr lang="en-US" dirty="0"/>
              <a:t>What is the process? </a:t>
            </a:r>
          </a:p>
          <a:p>
            <a:pPr>
              <a:buFont typeface="Arial" panose="020B0604020202020204" pitchFamily="34" charset="0"/>
              <a:buChar char="•"/>
            </a:pPr>
            <a:r>
              <a:rPr lang="en-US" dirty="0"/>
              <a:t>How is financial information identified? </a:t>
            </a:r>
          </a:p>
          <a:p>
            <a:pPr>
              <a:buFont typeface="Arial" panose="020B0604020202020204" pitchFamily="34" charset="0"/>
              <a:buChar char="•"/>
            </a:pPr>
            <a:r>
              <a:rPr lang="en-US" dirty="0"/>
              <a:t>How is financial information measured? </a:t>
            </a:r>
          </a:p>
          <a:p>
            <a:pPr>
              <a:buFont typeface="Arial" panose="020B0604020202020204" pitchFamily="34" charset="0"/>
              <a:buChar char="•"/>
            </a:pPr>
            <a:r>
              <a:rPr lang="en-US" dirty="0"/>
              <a:t>How is financial information communicated? </a:t>
            </a:r>
          </a:p>
          <a:p>
            <a:pPr>
              <a:buFont typeface="Arial" panose="020B0604020202020204" pitchFamily="34" charset="0"/>
              <a:buChar char="•"/>
            </a:pPr>
            <a:r>
              <a:rPr lang="en-US" dirty="0"/>
              <a:t>What is an entity? </a:t>
            </a:r>
          </a:p>
          <a:p>
            <a:pPr>
              <a:buFont typeface="Arial" panose="020B0604020202020204" pitchFamily="34" charset="0"/>
              <a:buChar char="•"/>
            </a:pPr>
            <a:r>
              <a:rPr lang="en-US" dirty="0"/>
              <a:t>Who are the users of financial information about an entity? </a:t>
            </a:r>
          </a:p>
          <a:p>
            <a:pPr>
              <a:buFont typeface="Arial" panose="020B0604020202020204" pitchFamily="34" charset="0"/>
              <a:buChar char="•"/>
            </a:pPr>
            <a:r>
              <a:rPr lang="en-US" dirty="0"/>
              <a:t>What types of judgements and decisions do these users make?</a:t>
            </a:r>
            <a:endParaRPr lang="en-US" b="1" dirty="0">
              <a:solidFill>
                <a:srgbClr val="C00000"/>
              </a:solidFill>
            </a:endParaRPr>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4</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What is Financial Accounting</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31465649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128016" y="1060704"/>
            <a:ext cx="10762488" cy="5644895"/>
          </a:xfrm>
        </p:spPr>
        <p:txBody>
          <a:bodyPr>
            <a:normAutofit/>
          </a:bodyPr>
          <a:lstStyle/>
          <a:p>
            <a:pPr marL="0" indent="0"/>
            <a:r>
              <a:rPr lang="en-US" sz="2400" b="1" dirty="0"/>
              <a:t>Financial accounting</a:t>
            </a:r>
          </a:p>
          <a:p>
            <a:pPr marL="0" indent="0"/>
            <a:r>
              <a:rPr lang="en-US" sz="2400" dirty="0"/>
              <a:t>Management –</a:t>
            </a:r>
          </a:p>
          <a:p>
            <a:pPr marL="0" indent="0"/>
            <a:r>
              <a:rPr lang="en-US" altLang="en-US" sz="2400" dirty="0"/>
              <a:t>Owners/Investors/promoters- </a:t>
            </a:r>
          </a:p>
          <a:p>
            <a:r>
              <a:rPr lang="en-US" altLang="en-US" sz="2400" dirty="0"/>
              <a:t>Tax Authorities</a:t>
            </a:r>
          </a:p>
          <a:p>
            <a:r>
              <a:rPr lang="en-US" altLang="en-US" sz="2400" dirty="0"/>
              <a:t>Creditors/Lenders</a:t>
            </a:r>
          </a:p>
          <a:p>
            <a:r>
              <a:rPr lang="en-US" altLang="en-US" sz="2400" dirty="0"/>
              <a:t>Regulatory Agencies/Auditors</a:t>
            </a:r>
          </a:p>
          <a:p>
            <a:r>
              <a:rPr lang="en-US" altLang="en-US" sz="2400" dirty="0"/>
              <a:t>Employees-layoff </a:t>
            </a:r>
          </a:p>
          <a:p>
            <a:r>
              <a:rPr lang="en-US" altLang="en-US" sz="2400" dirty="0"/>
              <a:t>Customers</a:t>
            </a:r>
          </a:p>
          <a:p>
            <a:r>
              <a:rPr lang="en-US" altLang="en-US" sz="2400" dirty="0"/>
              <a:t>Economic Planners</a:t>
            </a:r>
          </a:p>
          <a:p>
            <a:r>
              <a:rPr lang="en-US" altLang="en-US" sz="2400" dirty="0"/>
              <a:t>Analysts</a:t>
            </a:r>
          </a:p>
          <a:p>
            <a:r>
              <a:rPr lang="en-US" altLang="en-US" sz="2400" dirty="0"/>
              <a:t>Competitors</a:t>
            </a:r>
          </a:p>
          <a:p>
            <a:r>
              <a:rPr lang="en-US" sz="2400" b="1" dirty="0"/>
              <a:t>External reporting </a:t>
            </a:r>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5</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7467600" cy="1143000"/>
          </a:xfrm>
        </p:spPr>
        <p:txBody>
          <a:bodyPr>
            <a:normAutofit/>
          </a:bodyPr>
          <a:lstStyle/>
          <a:p>
            <a:pPr indent="0" algn="ctr"/>
            <a:r>
              <a:rPr lang="en-US" sz="3200" dirty="0">
                <a:solidFill>
                  <a:srgbClr val="C00000"/>
                </a:solidFill>
              </a:rPr>
              <a:t>Who are the users of financial information about an entity? </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37729183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8432800" cy="2496043"/>
          </a:xfrm>
        </p:spPr>
        <p:txBody>
          <a:bodyPr>
            <a:normAutofit fontScale="55000" lnSpcReduction="20000"/>
          </a:bodyPr>
          <a:lstStyle/>
          <a:p>
            <a:pPr marL="0" indent="0"/>
            <a:endParaRPr lang="en-US" b="1" dirty="0">
              <a:solidFill>
                <a:srgbClr val="C00000"/>
              </a:solidFill>
            </a:endParaRPr>
          </a:p>
          <a:p>
            <a:pPr marL="0" indent="0"/>
            <a:r>
              <a:rPr lang="en-US" b="1" dirty="0"/>
              <a:t>Management Accounting:</a:t>
            </a:r>
          </a:p>
          <a:p>
            <a:pPr marL="0" indent="0"/>
            <a:r>
              <a:rPr lang="en-US" dirty="0"/>
              <a:t>Provides detailed cost information for planning, decision making and control. </a:t>
            </a:r>
          </a:p>
          <a:p>
            <a:pPr marL="0" indent="0"/>
            <a:endParaRPr lang="en-US" b="1" dirty="0"/>
          </a:p>
          <a:p>
            <a:pPr marL="0" indent="0"/>
            <a:r>
              <a:rPr lang="en-US" dirty="0"/>
              <a:t>Internal Reporting</a:t>
            </a:r>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6</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7467600" cy="1143000"/>
          </a:xfrm>
        </p:spPr>
        <p:txBody>
          <a:bodyPr>
            <a:normAutofit/>
          </a:bodyPr>
          <a:lstStyle/>
          <a:p>
            <a:pPr indent="0" algn="ctr"/>
            <a:r>
              <a:rPr lang="en-US" sz="3200" dirty="0">
                <a:solidFill>
                  <a:srgbClr val="C00000"/>
                </a:solidFill>
              </a:rPr>
              <a:t>Management Accounting information</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36268451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9413856" cy="2386315"/>
          </a:xfrm>
        </p:spPr>
        <p:txBody>
          <a:bodyPr>
            <a:normAutofit/>
          </a:bodyPr>
          <a:lstStyle/>
          <a:p>
            <a:pPr marL="0" indent="0"/>
            <a:endParaRPr lang="en-US" b="1" dirty="0">
              <a:solidFill>
                <a:srgbClr val="C00000"/>
              </a:solidFill>
            </a:endParaRPr>
          </a:p>
          <a:p>
            <a:pPr marL="0" indent="0" algn="ctr"/>
            <a:r>
              <a:rPr lang="en-US" dirty="0"/>
              <a:t>Financial Accounting +Management Accounting</a:t>
            </a:r>
            <a:r>
              <a:rPr lang="en-US" b="1" dirty="0">
                <a:solidFill>
                  <a:srgbClr val="0033CC"/>
                </a:solidFill>
              </a:rPr>
              <a:t>= Managerial Accounting</a:t>
            </a:r>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7</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7467600" cy="1143000"/>
          </a:xfrm>
        </p:spPr>
        <p:txBody>
          <a:bodyPr>
            <a:normAutofit/>
          </a:bodyPr>
          <a:lstStyle/>
          <a:p>
            <a:pPr indent="0" algn="ctr"/>
            <a:r>
              <a:rPr lang="en-US" sz="3200" dirty="0"/>
              <a:t>Managerial Accounting</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25/07/2025</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Healthcare Managerial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2939234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8</a:t>
            </a:fld>
            <a:endParaRPr lang="en-US"/>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Public Listed Co</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2057401" y="1493839"/>
            <a:ext cx="8001000" cy="5078313"/>
          </a:xfrm>
          <a:prstGeom prst="rect">
            <a:avLst/>
          </a:prstGeom>
        </p:spPr>
        <p:txBody>
          <a:bodyPr wrap="square">
            <a:spAutoFit/>
          </a:bodyPr>
          <a:lstStyle/>
          <a:p>
            <a:pPr marL="342900" indent="-342900">
              <a:buFont typeface="Arial" panose="020B0604020202020204" pitchFamily="34" charset="0"/>
              <a:buChar char="•"/>
            </a:pPr>
            <a:r>
              <a:rPr lang="en-US" sz="2400" dirty="0"/>
              <a:t>The information contained in financial reports should be </a:t>
            </a:r>
            <a:r>
              <a:rPr lang="en-US" sz="2400" b="1" dirty="0"/>
              <a:t>reliable and intelligible. </a:t>
            </a:r>
          </a:p>
          <a:p>
            <a:pPr marL="342900" indent="-342900">
              <a:buFont typeface="Arial" panose="020B0604020202020204" pitchFamily="34" charset="0"/>
              <a:buChar char="•"/>
            </a:pPr>
            <a:r>
              <a:rPr lang="en-US" sz="2400" dirty="0"/>
              <a:t>Provide for </a:t>
            </a:r>
            <a:r>
              <a:rPr lang="en-US" sz="2400" b="1" dirty="0"/>
              <a:t>meaningful comparisons </a:t>
            </a:r>
            <a:r>
              <a:rPr lang="en-US" sz="2400" dirty="0"/>
              <a:t>between a firm’s past financial history and the financial information of other firms. </a:t>
            </a:r>
          </a:p>
          <a:p>
            <a:pPr marL="342900" indent="-342900">
              <a:buFont typeface="Arial" panose="020B0604020202020204" pitchFamily="34" charset="0"/>
              <a:buChar char="•"/>
            </a:pPr>
            <a:r>
              <a:rPr lang="en-US" sz="2400" b="1" dirty="0"/>
              <a:t>Easy</a:t>
            </a:r>
            <a:r>
              <a:rPr lang="en-US" sz="2400" dirty="0"/>
              <a:t> to understand</a:t>
            </a:r>
          </a:p>
          <a:p>
            <a:pPr marL="342900" indent="-342900">
              <a:buFont typeface="Arial" panose="020B0604020202020204" pitchFamily="34" charset="0"/>
              <a:buChar char="•"/>
            </a:pPr>
            <a:r>
              <a:rPr lang="en-US" sz="2400" b="1" dirty="0"/>
              <a:t>Objective</a:t>
            </a:r>
            <a:r>
              <a:rPr lang="en-US" sz="2400" dirty="0"/>
              <a:t>, with explanations where required</a:t>
            </a:r>
          </a:p>
          <a:p>
            <a:pPr marL="342900" indent="-342900">
              <a:buFont typeface="Arial" panose="020B0604020202020204" pitchFamily="34" charset="0"/>
              <a:buChar char="•"/>
            </a:pPr>
            <a:r>
              <a:rPr lang="en-US" sz="2400" b="1" dirty="0"/>
              <a:t>Not very expensive </a:t>
            </a:r>
            <a:r>
              <a:rPr lang="en-US" sz="2400" dirty="0"/>
              <a:t>to provide that information</a:t>
            </a:r>
          </a:p>
          <a:p>
            <a:pPr marL="342900" indent="-342900">
              <a:buFont typeface="Arial" panose="020B0604020202020204" pitchFamily="34" charset="0"/>
              <a:buChar char="•"/>
            </a:pPr>
            <a:r>
              <a:rPr lang="en-US" sz="2400" dirty="0"/>
              <a:t>The conventions, assumptions, concepts and rules which define accepted accounting practice should be </a:t>
            </a:r>
            <a:r>
              <a:rPr lang="en-US" sz="2400" b="1" dirty="0"/>
              <a:t>followed by all companies and in a similar manner.</a:t>
            </a:r>
          </a:p>
          <a:p>
            <a:endParaRPr lang="en-US" sz="2400" dirty="0"/>
          </a:p>
          <a:p>
            <a:endParaRPr lang="en-US" dirty="0"/>
          </a:p>
          <a:p>
            <a:endParaRPr lang="en-US" dirty="0"/>
          </a:p>
        </p:txBody>
      </p:sp>
    </p:spTree>
    <p:extLst>
      <p:ext uri="{BB962C8B-B14F-4D97-AF65-F5344CB8AC3E}">
        <p14:creationId xmlns:p14="http://schemas.microsoft.com/office/powerpoint/2010/main" val="24819526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295400"/>
            <a:ext cx="8432800" cy="4172711"/>
          </a:xfrm>
        </p:spPr>
        <p:txBody>
          <a:bodyPr>
            <a:normAutofit fontScale="92500" lnSpcReduction="20000"/>
          </a:bodyPr>
          <a:lstStyle/>
          <a:p>
            <a:pPr marL="514350" indent="-514350">
              <a:lnSpc>
                <a:spcPct val="80000"/>
              </a:lnSpc>
              <a:buFont typeface="+mj-lt"/>
              <a:buAutoNum type="arabicParenR"/>
              <a:defRPr/>
            </a:pPr>
            <a:r>
              <a:rPr lang="en-US" dirty="0"/>
              <a:t>Business Entity concept </a:t>
            </a:r>
          </a:p>
          <a:p>
            <a:pPr marL="514350" indent="-514350">
              <a:lnSpc>
                <a:spcPct val="80000"/>
              </a:lnSpc>
              <a:buFont typeface="+mj-lt"/>
              <a:buAutoNum type="arabicParenR"/>
              <a:defRPr/>
            </a:pPr>
            <a:r>
              <a:rPr lang="en-US" dirty="0"/>
              <a:t>Going concern concept </a:t>
            </a:r>
          </a:p>
          <a:p>
            <a:pPr marL="514350" indent="-514350">
              <a:lnSpc>
                <a:spcPct val="80000"/>
              </a:lnSpc>
              <a:buFont typeface="+mj-lt"/>
              <a:buAutoNum type="arabicParenR"/>
              <a:defRPr/>
            </a:pPr>
            <a:r>
              <a:rPr lang="en-US" dirty="0"/>
              <a:t>Money measurement concept</a:t>
            </a:r>
          </a:p>
          <a:p>
            <a:pPr marL="514350" indent="-514350">
              <a:lnSpc>
                <a:spcPct val="80000"/>
              </a:lnSpc>
              <a:buFont typeface="+mj-lt"/>
              <a:buAutoNum type="arabicParenR"/>
              <a:defRPr/>
            </a:pPr>
            <a:r>
              <a:rPr lang="en-US" dirty="0"/>
              <a:t>Cost concept </a:t>
            </a:r>
          </a:p>
          <a:p>
            <a:pPr marL="514350" indent="-514350">
              <a:lnSpc>
                <a:spcPct val="80000"/>
              </a:lnSpc>
              <a:buFont typeface="+mj-lt"/>
              <a:buAutoNum type="arabicParenR"/>
              <a:defRPr/>
            </a:pPr>
            <a:r>
              <a:rPr lang="en-US" dirty="0"/>
              <a:t>Dual aspect concept </a:t>
            </a:r>
          </a:p>
          <a:p>
            <a:pPr marL="514350" indent="-514350">
              <a:lnSpc>
                <a:spcPct val="80000"/>
              </a:lnSpc>
              <a:buFont typeface="+mj-lt"/>
              <a:buAutoNum type="arabicParenR"/>
              <a:defRPr/>
            </a:pPr>
            <a:r>
              <a:rPr lang="en-US" dirty="0"/>
              <a:t>Accounting Period Concept</a:t>
            </a:r>
          </a:p>
          <a:p>
            <a:pPr marL="514350" indent="-514350">
              <a:lnSpc>
                <a:spcPct val="80000"/>
              </a:lnSpc>
              <a:buFont typeface="+mj-lt"/>
              <a:buAutoNum type="arabicParenR"/>
              <a:defRPr/>
            </a:pPr>
            <a:r>
              <a:rPr lang="en-US" dirty="0"/>
              <a:t>Conservatism Concept</a:t>
            </a:r>
          </a:p>
          <a:p>
            <a:pPr marL="514350" indent="-514350">
              <a:lnSpc>
                <a:spcPct val="80000"/>
              </a:lnSpc>
              <a:buFont typeface="+mj-lt"/>
              <a:buAutoNum type="arabicParenR"/>
              <a:defRPr/>
            </a:pPr>
            <a:r>
              <a:rPr lang="en-US" dirty="0"/>
              <a:t>Realization Concept/ Accrual Concept</a:t>
            </a:r>
          </a:p>
          <a:p>
            <a:pPr marL="514350" indent="-514350">
              <a:lnSpc>
                <a:spcPct val="80000"/>
              </a:lnSpc>
              <a:buFont typeface="+mj-lt"/>
              <a:buAutoNum type="arabicParenR"/>
              <a:defRPr/>
            </a:pPr>
            <a:r>
              <a:rPr lang="en-US" dirty="0"/>
              <a:t>Matching Concept</a:t>
            </a:r>
          </a:p>
          <a:p>
            <a:pPr marL="514350" indent="-514350">
              <a:lnSpc>
                <a:spcPct val="80000"/>
              </a:lnSpc>
              <a:buFont typeface="+mj-lt"/>
              <a:buAutoNum type="arabicParenR"/>
              <a:defRPr/>
            </a:pPr>
            <a:r>
              <a:rPr lang="en-US" dirty="0"/>
              <a:t>Consistency Concept</a:t>
            </a:r>
          </a:p>
          <a:p>
            <a:pPr marL="514350" indent="-514350">
              <a:lnSpc>
                <a:spcPct val="80000"/>
              </a:lnSpc>
              <a:buFont typeface="+mj-lt"/>
              <a:buAutoNum type="arabicParenR"/>
              <a:defRPr/>
            </a:pPr>
            <a:r>
              <a:rPr lang="en-US" dirty="0"/>
              <a:t>Full Disclosure Concept</a:t>
            </a:r>
          </a:p>
          <a:p>
            <a:pPr marL="514350" indent="-514350">
              <a:lnSpc>
                <a:spcPct val="80000"/>
              </a:lnSpc>
              <a:buFont typeface="+mj-lt"/>
              <a:buAutoNum type="arabicParenR"/>
              <a:defRPr/>
            </a:pPr>
            <a:r>
              <a:rPr lang="en-US" dirty="0"/>
              <a:t>Materiality Concept</a:t>
            </a:r>
          </a:p>
        </p:txBody>
      </p:sp>
      <p:sp>
        <p:nvSpPr>
          <p:cNvPr id="6" name="Slide Number Placeholder 5"/>
          <p:cNvSpPr>
            <a:spLocks noGrp="1"/>
          </p:cNvSpPr>
          <p:nvPr>
            <p:ph type="sldNum" sz="quarter" idx="2"/>
          </p:nvPr>
        </p:nvSpPr>
        <p:spPr/>
        <p:txBody>
          <a:bodyPr/>
          <a:lstStyle/>
          <a:p>
            <a:fld id="{BC8D7E44-7D4F-4942-A8C9-2DF6BF8399E8}" type="slidenum">
              <a:rPr lang="en-US" smtClean="0"/>
              <a:pPr/>
              <a:t>9</a:t>
            </a:fld>
            <a:endParaRPr lang="en-US"/>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Accounting Concepts</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Tree>
    <p:extLst>
      <p:ext uri="{BB962C8B-B14F-4D97-AF65-F5344CB8AC3E}">
        <p14:creationId xmlns:p14="http://schemas.microsoft.com/office/powerpoint/2010/main" val="19741544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8432800" cy="3136123"/>
          </a:xfrm>
        </p:spPr>
        <p:txBody>
          <a:bodyPr>
            <a:normAutofit/>
          </a:bodyPr>
          <a:lstStyle/>
          <a:p>
            <a:pPr marL="514350" indent="-514350">
              <a:lnSpc>
                <a:spcPct val="80000"/>
              </a:lnSpc>
              <a:buFont typeface="+mj-lt"/>
              <a:buAutoNum type="arabicParenR"/>
              <a:defRPr/>
            </a:pPr>
            <a:endParaRPr lang="en-US" sz="2200" dirty="0"/>
          </a:p>
          <a:p>
            <a:pPr marL="514350" indent="-514350">
              <a:lnSpc>
                <a:spcPct val="80000"/>
              </a:lnSpc>
              <a:buFont typeface="Arial" panose="020B0604020202020204" pitchFamily="34" charset="0"/>
              <a:buChar char="•"/>
              <a:defRPr/>
            </a:pPr>
            <a:r>
              <a:rPr lang="en-US" sz="2200" dirty="0"/>
              <a:t>A business is treated as a separate entity that is  distinct from its owner(s) and hence a distinction should be  made between </a:t>
            </a:r>
          </a:p>
          <a:p>
            <a:pPr marL="514350" indent="-514350">
              <a:lnSpc>
                <a:spcPct val="80000"/>
              </a:lnSpc>
              <a:buFont typeface="Arial" panose="020B0604020202020204" pitchFamily="34" charset="0"/>
              <a:buChar char="•"/>
              <a:defRPr/>
            </a:pPr>
            <a:r>
              <a:rPr lang="en-US" sz="2200" dirty="0"/>
              <a:t>(</a:t>
            </a:r>
            <a:r>
              <a:rPr lang="en-US" sz="2200" dirty="0" err="1"/>
              <a:t>i</a:t>
            </a:r>
            <a:r>
              <a:rPr lang="en-US" sz="2200" dirty="0"/>
              <a:t>) </a:t>
            </a:r>
            <a:r>
              <a:rPr lang="en-US" sz="2200" b="1" dirty="0"/>
              <a:t>personal transactions and business transactions</a:t>
            </a:r>
            <a:r>
              <a:rPr lang="en-US" sz="2200" dirty="0"/>
              <a:t>, and </a:t>
            </a:r>
          </a:p>
          <a:p>
            <a:pPr marL="514350" indent="-514350">
              <a:lnSpc>
                <a:spcPct val="80000"/>
              </a:lnSpc>
              <a:buFont typeface="Arial" panose="020B0604020202020204" pitchFamily="34" charset="0"/>
              <a:buChar char="•"/>
              <a:defRPr/>
            </a:pPr>
            <a:r>
              <a:rPr lang="en-US" sz="2200" dirty="0"/>
              <a:t>(ii) </a:t>
            </a:r>
            <a:r>
              <a:rPr lang="en-US" sz="2200" b="1" dirty="0"/>
              <a:t>transactions of one  business entity and those of another business entity.</a:t>
            </a:r>
          </a:p>
          <a:p>
            <a:pPr marL="514350" indent="-514350">
              <a:lnSpc>
                <a:spcPct val="80000"/>
              </a:lnSpc>
              <a:buFont typeface="Arial" panose="020B0604020202020204" pitchFamily="34" charset="0"/>
              <a:buChar char="•"/>
              <a:defRPr/>
            </a:pPr>
            <a:endParaRPr lang="en-US" sz="2200" dirty="0"/>
          </a:p>
          <a:p>
            <a:pPr marL="514350" indent="-514350">
              <a:lnSpc>
                <a:spcPct val="80000"/>
              </a:lnSpc>
              <a:buFont typeface="+mj-lt"/>
              <a:buAutoNum type="arabicParenR"/>
              <a:defRPr/>
            </a:pPr>
            <a:endParaRPr lang="en-US" dirty="0"/>
          </a:p>
          <a:p>
            <a:pPr marL="514350" indent="-514350">
              <a:lnSpc>
                <a:spcPct val="80000"/>
              </a:lnSpc>
              <a:buFont typeface="+mj-lt"/>
              <a:buAutoNum type="arabicParenR"/>
              <a:defRPr/>
            </a:pPr>
            <a:endParaRPr lang="en-US" dirty="0"/>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10</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Business Entity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Tree>
    <p:extLst>
      <p:ext uri="{BB962C8B-B14F-4D97-AF65-F5344CB8AC3E}">
        <p14:creationId xmlns:p14="http://schemas.microsoft.com/office/powerpoint/2010/main" val="5217177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8432800" cy="3849356"/>
          </a:xfrm>
        </p:spPr>
        <p:txBody>
          <a:bodyPr>
            <a:normAutofit/>
          </a:bodyPr>
          <a:lstStyle/>
          <a:p>
            <a:pPr>
              <a:buFont typeface="Wingdings" panose="05000000000000000000" pitchFamily="2" charset="2"/>
              <a:buChar char="Ø"/>
            </a:pPr>
            <a:r>
              <a:rPr lang="en-IN" altLang="en-US" dirty="0"/>
              <a:t>Corporate veil-separate legal entity</a:t>
            </a:r>
          </a:p>
          <a:p>
            <a:pPr>
              <a:buFont typeface="Wingdings" panose="05000000000000000000" pitchFamily="2" charset="2"/>
              <a:buChar char="Ø"/>
            </a:pPr>
            <a:endParaRPr lang="en-IN" altLang="en-US" dirty="0"/>
          </a:p>
          <a:p>
            <a:pPr>
              <a:buFont typeface="Wingdings" panose="05000000000000000000" pitchFamily="2" charset="2"/>
              <a:buChar char="Ø"/>
            </a:pPr>
            <a:r>
              <a:rPr lang="en-IN" altLang="en-US" dirty="0"/>
              <a:t>ABCL </a:t>
            </a:r>
          </a:p>
          <a:p>
            <a:pPr>
              <a:buFont typeface="Wingdings" panose="05000000000000000000" pitchFamily="2" charset="2"/>
              <a:buChar char="Ø"/>
            </a:pPr>
            <a:endParaRPr lang="en-IN" altLang="en-US" dirty="0"/>
          </a:p>
          <a:p>
            <a:pPr>
              <a:buFont typeface="Wingdings" panose="05000000000000000000" pitchFamily="2" charset="2"/>
              <a:buChar char="Ø"/>
            </a:pPr>
            <a:r>
              <a:rPr lang="en-IN" altLang="en-US" dirty="0"/>
              <a:t>Kingfisher Airlines</a:t>
            </a:r>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11</a:t>
            </a:fld>
            <a:endParaRPr lang="en-US" kern="1200">
              <a:solidFill>
                <a:prstClr val="black">
                  <a:tint val="75000"/>
                </a:prstClr>
              </a:solidFill>
              <a:ea typeface="+mn-ea"/>
            </a:endParaRP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2930203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1352384" cy="3108691"/>
          </a:xfrm>
        </p:spPr>
        <p:txBody>
          <a:bodyPr>
            <a:normAutofit fontScale="92500" lnSpcReduction="10000"/>
          </a:bodyPr>
          <a:lstStyle/>
          <a:p>
            <a:pPr marL="514350" indent="-514350">
              <a:lnSpc>
                <a:spcPct val="80000"/>
              </a:lnSpc>
              <a:buFont typeface="+mj-lt"/>
              <a:buAutoNum type="arabicParenR"/>
              <a:defRPr/>
            </a:pPr>
            <a:endParaRPr lang="en-US" dirty="0"/>
          </a:p>
          <a:p>
            <a:pPr marL="0" indent="0">
              <a:lnSpc>
                <a:spcPct val="80000"/>
              </a:lnSpc>
              <a:defRPr/>
            </a:pPr>
            <a:r>
              <a:rPr lang="en-US" dirty="0"/>
              <a:t>The enterprise is normally viewed as a going concern, i.e. as continuing operations for  the foreseeable future. It is assumed that the enterprise has neither the intention nor the necessity of liquidation.</a:t>
            </a:r>
          </a:p>
          <a:p>
            <a:pPr marL="0" indent="0">
              <a:lnSpc>
                <a:spcPct val="80000"/>
              </a:lnSpc>
              <a:defRPr/>
            </a:pPr>
            <a:endParaRPr lang="en-US" dirty="0"/>
          </a:p>
          <a:p>
            <a:pPr marL="0" indent="0">
              <a:lnSpc>
                <a:spcPct val="80000"/>
              </a:lnSpc>
              <a:defRPr/>
            </a:pPr>
            <a:r>
              <a:rPr lang="en-US" dirty="0"/>
              <a:t>RIL-</a:t>
            </a:r>
            <a:r>
              <a:rPr lang="en-US" dirty="0" err="1"/>
              <a:t>Dhirubai</a:t>
            </a:r>
            <a:r>
              <a:rPr lang="en-US" dirty="0"/>
              <a:t> </a:t>
            </a:r>
            <a:r>
              <a:rPr lang="en-US" dirty="0" err="1"/>
              <a:t>Ambani</a:t>
            </a:r>
            <a:endParaRPr lang="en-US" dirty="0"/>
          </a:p>
          <a:p>
            <a:pPr marL="0" indent="0">
              <a:lnSpc>
                <a:spcPct val="80000"/>
              </a:lnSpc>
              <a:defRPr/>
            </a:pPr>
            <a:r>
              <a:rPr lang="en-US" dirty="0"/>
              <a:t>Infosys-Narayana Murthy</a:t>
            </a:r>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12</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Going concern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Tree>
    <p:extLst>
      <p:ext uri="{BB962C8B-B14F-4D97-AF65-F5344CB8AC3E}">
        <p14:creationId xmlns:p14="http://schemas.microsoft.com/office/powerpoint/2010/main" val="36229848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13</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Money measurement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981200" y="1171495"/>
            <a:ext cx="7924800" cy="5539978"/>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Only those transactions which are capable of being  expressed in terms of money are included in the accounting records. </a:t>
            </a:r>
          </a:p>
          <a:p>
            <a:endParaRPr lang="en-US" sz="2400" dirty="0">
              <a:latin typeface="Arial" panose="020B0604020202020204" pitchFamily="34" charset="0"/>
              <a:cs typeface="Arial" panose="020B0604020202020204" pitchFamily="34" charset="0"/>
            </a:endParaRPr>
          </a:p>
          <a:p>
            <a:r>
              <a:rPr lang="en-US" sz="2400" dirty="0">
                <a:cs typeface="Arial" panose="020B0604020202020204" pitchFamily="34" charset="0"/>
              </a:rPr>
              <a:t>Human Capital-</a:t>
            </a:r>
          </a:p>
          <a:p>
            <a:r>
              <a:rPr lang="en-US" sz="2400" dirty="0">
                <a:cs typeface="Arial" panose="020B0604020202020204" pitchFamily="34" charset="0"/>
              </a:rPr>
              <a:t>RCB</a:t>
            </a:r>
          </a:p>
          <a:p>
            <a:r>
              <a:rPr lang="en-US" sz="2400" dirty="0">
                <a:cs typeface="Arial" panose="020B0604020202020204" pitchFamily="34" charset="0"/>
              </a:rPr>
              <a:t>Barcelona-Messi</a:t>
            </a:r>
          </a:p>
          <a:p>
            <a:r>
              <a:rPr lang="en-US" sz="2400" dirty="0">
                <a:cs typeface="Arial" panose="020B0604020202020204" pitchFamily="34" charset="0"/>
              </a:rPr>
              <a:t>Narayana </a:t>
            </a:r>
            <a:r>
              <a:rPr lang="en-US" sz="2400" dirty="0" err="1"/>
              <a:t>Hrudayalaya</a:t>
            </a:r>
            <a:r>
              <a:rPr lang="en-US" sz="2400" dirty="0"/>
              <a:t> -Dr. Devi Prasad Shetty</a:t>
            </a:r>
          </a:p>
          <a:p>
            <a:endParaRPr lang="en-US" sz="2400" dirty="0">
              <a:cs typeface="Arial" panose="020B0604020202020204" pitchFamily="34" charset="0"/>
            </a:endParaRPr>
          </a:p>
          <a:p>
            <a:r>
              <a:rPr lang="en-US" sz="2400" dirty="0">
                <a:cs typeface="Arial" panose="020B0604020202020204" pitchFamily="34" charset="0"/>
              </a:rPr>
              <a:t>Employee loyalty,</a:t>
            </a:r>
          </a:p>
          <a:p>
            <a:r>
              <a:rPr lang="en-US" sz="2400" dirty="0">
                <a:cs typeface="Arial" panose="020B0604020202020204" pitchFamily="34" charset="0"/>
              </a:rPr>
              <a:t>Customer satisfaction,</a:t>
            </a:r>
          </a:p>
          <a:p>
            <a:r>
              <a:rPr lang="en-US" sz="2400" dirty="0">
                <a:cs typeface="Arial" panose="020B0604020202020204" pitchFamily="34" charset="0"/>
              </a:rPr>
              <a:t>Co reputation,</a:t>
            </a:r>
          </a:p>
          <a:p>
            <a:r>
              <a:rPr lang="en-US" sz="2400" dirty="0">
                <a:cs typeface="Arial" panose="020B0604020202020204" pitchFamily="34" charset="0"/>
              </a:rPr>
              <a:t>Working conditions,</a:t>
            </a:r>
          </a:p>
          <a:p>
            <a:r>
              <a:rPr lang="en-US" sz="2400" dirty="0">
                <a:cs typeface="Arial" panose="020B0604020202020204" pitchFamily="34" charset="0"/>
              </a:rPr>
              <a:t>Employee morale</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370516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14</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Cost concept </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2057400" y="1752601"/>
            <a:ext cx="8229600" cy="4524315"/>
          </a:xfrm>
          <a:prstGeom prst="rect">
            <a:avLst/>
          </a:prstGeom>
        </p:spPr>
        <p:txBody>
          <a:bodyPr wrap="square">
            <a:spAutoFit/>
          </a:bodyPr>
          <a:lstStyle/>
          <a:p>
            <a:r>
              <a:rPr lang="en-US" sz="2200" dirty="0">
                <a:latin typeface="Arial" panose="020B0604020202020204" pitchFamily="34" charset="0"/>
                <a:cs typeface="Arial" panose="020B0604020202020204" pitchFamily="34" charset="0"/>
              </a:rPr>
              <a:t>An asset is recorded in the accounting records  at the price paid to acquire it at the time of its acquisition.(Cost)</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cost becomes  the basis for the  accounts during subsequent accounting periods.  (objectively verifiable)</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The cost of an asset is systematically reduced from year to year by charging depreciation  and the asset is shown in the Balance Sheet at Book Value.</a:t>
            </a:r>
          </a:p>
          <a:p>
            <a:endParaRPr lang="en-US" sz="2200" dirty="0">
              <a:latin typeface="Arial" panose="020B060402020202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Closing stock is always valued at cost price or market price whichever is less(in </a:t>
            </a:r>
            <a:r>
              <a:rPr lang="en-US" sz="2200" b="1" dirty="0" err="1">
                <a:latin typeface="Arial" panose="020B0604020202020204" pitchFamily="34" charset="0"/>
                <a:cs typeface="Arial" panose="020B0604020202020204" pitchFamily="34" charset="0"/>
              </a:rPr>
              <a:t>p&amp;l</a:t>
            </a:r>
            <a:r>
              <a:rPr lang="en-US" sz="2200" b="1" dirty="0">
                <a:latin typeface="Arial" panose="020B0604020202020204" pitchFamily="34" charset="0"/>
                <a:cs typeface="Arial" panose="020B0604020202020204" pitchFamily="34" charset="0"/>
              </a:rPr>
              <a:t> statement)</a:t>
            </a: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8EEA0353-1513-851F-2F18-BF5364966C1C}"/>
                  </a:ext>
                </a:extLst>
              </p14:cNvPr>
              <p14:cNvContentPartPr/>
              <p14:nvPr/>
            </p14:nvContentPartPr>
            <p14:xfrm>
              <a:off x="2463840" y="2076480"/>
              <a:ext cx="9722160" cy="4128120"/>
            </p14:xfrm>
          </p:contentPart>
        </mc:Choice>
        <mc:Fallback xmlns="">
          <p:pic>
            <p:nvPicPr>
              <p:cNvPr id="8" name="Ink 7">
                <a:extLst>
                  <a:ext uri="{FF2B5EF4-FFF2-40B4-BE49-F238E27FC236}">
                    <a16:creationId xmlns:a16="http://schemas.microsoft.com/office/drawing/2014/main" id="{8EEA0353-1513-851F-2F18-BF5364966C1C}"/>
                  </a:ext>
                </a:extLst>
              </p:cNvPr>
              <p:cNvPicPr/>
              <p:nvPr/>
            </p:nvPicPr>
            <p:blipFill>
              <a:blip r:embed="rId4"/>
              <a:stretch>
                <a:fillRect/>
              </a:stretch>
            </p:blipFill>
            <p:spPr>
              <a:xfrm>
                <a:off x="2454480" y="2067120"/>
                <a:ext cx="9740880" cy="4146840"/>
              </a:xfrm>
              <a:prstGeom prst="rect">
                <a:avLst/>
              </a:prstGeom>
            </p:spPr>
          </p:pic>
        </mc:Fallback>
      </mc:AlternateContent>
    </p:spTree>
    <p:extLst>
      <p:ext uri="{BB962C8B-B14F-4D97-AF65-F5344CB8AC3E}">
        <p14:creationId xmlns:p14="http://schemas.microsoft.com/office/powerpoint/2010/main" val="31660698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15</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Dual aspect concept </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2057400" y="1720840"/>
            <a:ext cx="8077200" cy="3077766"/>
          </a:xfrm>
          <a:prstGeom prst="rect">
            <a:avLst/>
          </a:prstGeom>
        </p:spPr>
        <p:txBody>
          <a:bodyPr wrap="square">
            <a:spAutoFit/>
          </a:bodyPr>
          <a:lstStyle/>
          <a:p>
            <a:r>
              <a:rPr lang="en-US" sz="2200" dirty="0">
                <a:latin typeface="Arial" panose="020B0604020202020204" pitchFamily="34" charset="0"/>
                <a:cs typeface="Arial" panose="020B0604020202020204" pitchFamily="34" charset="0"/>
              </a:rPr>
              <a:t>Two fold aspect of a transaction is called dual aspect or duality of a transaction. This  duality is the basis of double entry records.  </a:t>
            </a:r>
          </a:p>
          <a:p>
            <a:pPr marL="342900" indent="-342900">
              <a:buAutoNum type="arabicPeriod"/>
            </a:pP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As the name implies, the entry made for each transaction is composed of two parts— one  for debit and another for credit.</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Basis of Accounting </a:t>
            </a:r>
          </a:p>
          <a:p>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821906A6-7EE2-9FD5-174A-13B4F6331889}"/>
                  </a:ext>
                </a:extLst>
              </p14:cNvPr>
              <p14:cNvContentPartPr/>
              <p14:nvPr/>
            </p14:nvContentPartPr>
            <p14:xfrm>
              <a:off x="654120" y="596880"/>
              <a:ext cx="9900000" cy="4566240"/>
            </p14:xfrm>
          </p:contentPart>
        </mc:Choice>
        <mc:Fallback xmlns="">
          <p:pic>
            <p:nvPicPr>
              <p:cNvPr id="8" name="Ink 7">
                <a:extLst>
                  <a:ext uri="{FF2B5EF4-FFF2-40B4-BE49-F238E27FC236}">
                    <a16:creationId xmlns:a16="http://schemas.microsoft.com/office/drawing/2014/main" id="{821906A6-7EE2-9FD5-174A-13B4F6331889}"/>
                  </a:ext>
                </a:extLst>
              </p:cNvPr>
              <p:cNvPicPr/>
              <p:nvPr/>
            </p:nvPicPr>
            <p:blipFill>
              <a:blip r:embed="rId3"/>
              <a:stretch>
                <a:fillRect/>
              </a:stretch>
            </p:blipFill>
            <p:spPr>
              <a:xfrm>
                <a:off x="644760" y="587520"/>
                <a:ext cx="9918720" cy="4584960"/>
              </a:xfrm>
              <a:prstGeom prst="rect">
                <a:avLst/>
              </a:prstGeom>
            </p:spPr>
          </p:pic>
        </mc:Fallback>
      </mc:AlternateContent>
    </p:spTree>
    <p:extLst>
      <p:ext uri="{BB962C8B-B14F-4D97-AF65-F5344CB8AC3E}">
        <p14:creationId xmlns:p14="http://schemas.microsoft.com/office/powerpoint/2010/main" val="28967186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16</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Accounting Period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08018" y="1910750"/>
            <a:ext cx="8610600" cy="2400657"/>
          </a:xfrm>
          <a:prstGeom prst="rect">
            <a:avLst/>
          </a:prstGeom>
        </p:spPr>
        <p:txBody>
          <a:bodyPr wrap="square">
            <a:spAutoFit/>
          </a:bodyPr>
          <a:lstStyle/>
          <a:p>
            <a:r>
              <a:rPr lang="en-US" sz="2200" dirty="0">
                <a:latin typeface="Arial" panose="020B0604020202020204" pitchFamily="34" charset="0"/>
                <a:cs typeface="Arial" panose="020B0604020202020204" pitchFamily="34" charset="0"/>
              </a:rPr>
              <a:t>It is also known as </a:t>
            </a:r>
            <a:r>
              <a:rPr lang="en-US" sz="2200" b="1" dirty="0">
                <a:latin typeface="Arial" panose="020B0604020202020204" pitchFamily="34" charset="0"/>
                <a:cs typeface="Arial" panose="020B0604020202020204" pitchFamily="34" charset="0"/>
              </a:rPr>
              <a:t>Periodicity Principle or Time Period Principle</a:t>
            </a:r>
            <a:r>
              <a:rPr lang="en-US" sz="2200" dirty="0">
                <a:latin typeface="Arial" panose="020B0604020202020204" pitchFamily="34" charset="0"/>
                <a:cs typeface="Arial" panose="020B0604020202020204" pitchFamily="34" charset="0"/>
              </a:rPr>
              <a:t>. According to this principle,  the economic life of an enterprise is artificially split into periodic intervals which are known as accounting periods(annual/quarterly), at the end of which an Income Statement and Balance Sheet are  prepared to ascertain the Financial Performance and position respectively. </a:t>
            </a:r>
          </a:p>
          <a:p>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FD09F61B-8E5B-05BC-0B45-8F554036FD79}"/>
                  </a:ext>
                </a:extLst>
              </p14:cNvPr>
              <p14:cNvContentPartPr/>
              <p14:nvPr/>
            </p14:nvContentPartPr>
            <p14:xfrm>
              <a:off x="463680" y="419040"/>
              <a:ext cx="9626760" cy="5201280"/>
            </p14:xfrm>
          </p:contentPart>
        </mc:Choice>
        <mc:Fallback xmlns="">
          <p:pic>
            <p:nvPicPr>
              <p:cNvPr id="8" name="Ink 7">
                <a:extLst>
                  <a:ext uri="{FF2B5EF4-FFF2-40B4-BE49-F238E27FC236}">
                    <a16:creationId xmlns:a16="http://schemas.microsoft.com/office/drawing/2014/main" id="{FD09F61B-8E5B-05BC-0B45-8F554036FD79}"/>
                  </a:ext>
                </a:extLst>
              </p:cNvPr>
              <p:cNvPicPr/>
              <p:nvPr/>
            </p:nvPicPr>
            <p:blipFill>
              <a:blip r:embed="rId3"/>
              <a:stretch>
                <a:fillRect/>
              </a:stretch>
            </p:blipFill>
            <p:spPr>
              <a:xfrm>
                <a:off x="454320" y="409680"/>
                <a:ext cx="9645480" cy="5220000"/>
              </a:xfrm>
              <a:prstGeom prst="rect">
                <a:avLst/>
              </a:prstGeom>
            </p:spPr>
          </p:pic>
        </mc:Fallback>
      </mc:AlternateContent>
    </p:spTree>
    <p:extLst>
      <p:ext uri="{BB962C8B-B14F-4D97-AF65-F5344CB8AC3E}">
        <p14:creationId xmlns:p14="http://schemas.microsoft.com/office/powerpoint/2010/main" val="3774130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17</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Conservatism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28800" y="2048659"/>
            <a:ext cx="8153400" cy="2800767"/>
          </a:xfrm>
          <a:prstGeom prst="rect">
            <a:avLst/>
          </a:prstGeom>
        </p:spPr>
        <p:txBody>
          <a:bodyPr wrap="square">
            <a:spAutoFit/>
          </a:bodyPr>
          <a:lstStyle/>
          <a:p>
            <a:r>
              <a:rPr lang="en-US" sz="2200" dirty="0">
                <a:latin typeface="Arial" panose="020B0604020202020204" pitchFamily="34" charset="0"/>
                <a:cs typeface="Arial" panose="020B0604020202020204" pitchFamily="34" charset="0"/>
              </a:rPr>
              <a:t>Also called the Prudence Principle, this concept states that the business should </a:t>
            </a:r>
            <a:r>
              <a:rPr lang="en-US" sz="2200" b="1" dirty="0">
                <a:latin typeface="Arial" panose="020B0604020202020204" pitchFamily="34" charset="0"/>
                <a:cs typeface="Arial" panose="020B0604020202020204" pitchFamily="34" charset="0"/>
              </a:rPr>
              <a:t>‘Anticipate no profit but provide for  all probable losses’ </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It  requires that in the situation of uncertainty and  doubt, the business transactions should be recorded in such a manner that the </a:t>
            </a:r>
            <a:r>
              <a:rPr lang="en-US" sz="2200" b="1" dirty="0">
                <a:latin typeface="Arial" panose="020B0604020202020204" pitchFamily="34" charset="0"/>
                <a:cs typeface="Arial" panose="020B0604020202020204" pitchFamily="34" charset="0"/>
              </a:rPr>
              <a:t>Profits  and Assets are not overstated and the Losses and Liabilities are not understated.</a:t>
            </a:r>
          </a:p>
        </p:txBody>
      </p:sp>
    </p:spTree>
    <p:extLst>
      <p:ext uri="{BB962C8B-B14F-4D97-AF65-F5344CB8AC3E}">
        <p14:creationId xmlns:p14="http://schemas.microsoft.com/office/powerpoint/2010/main" val="10526116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18</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Conservatism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28800" y="2048658"/>
            <a:ext cx="8153400" cy="3416320"/>
          </a:xfrm>
          <a:prstGeom prst="rect">
            <a:avLst/>
          </a:prstGeom>
        </p:spPr>
        <p:txBody>
          <a:bodyPr wrap="square">
            <a:spAutoFit/>
          </a:bodyPr>
          <a:lstStyle/>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Making the Provisions for Doubtful Debts and Discount on Debtor. </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Closing stock is always valued at cost price or market price whichever is less. It is based on the principle of Conservatism.</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39202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19</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Conservatism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905000" y="1519238"/>
            <a:ext cx="8153400" cy="4185761"/>
          </a:xfrm>
          <a:prstGeom prst="rect">
            <a:avLst/>
          </a:prstGeom>
        </p:spPr>
        <p:txBody>
          <a:bodyPr wrap="square">
            <a:spAutoFit/>
          </a:bodyPr>
          <a:lstStyle/>
          <a:p>
            <a:endParaRPr lang="en-US" sz="2400" dirty="0">
              <a:latin typeface="Arial" panose="020B0604020202020204" pitchFamily="34" charset="0"/>
              <a:cs typeface="Arial" panose="020B0604020202020204" pitchFamily="34" charset="0"/>
            </a:endParaRPr>
          </a:p>
          <a:p>
            <a:r>
              <a:rPr lang="en-US" sz="2200" dirty="0">
                <a:cs typeface="Arial" panose="020B0604020202020204" pitchFamily="34" charset="0"/>
              </a:rPr>
              <a:t>Mark to market used by Enron to value financial and non financial products like energy contracts</a:t>
            </a:r>
          </a:p>
          <a:p>
            <a:endParaRPr lang="en-US" sz="2200" dirty="0">
              <a:cs typeface="Arial" panose="020B0604020202020204" pitchFamily="34" charset="0"/>
            </a:endParaRPr>
          </a:p>
          <a:p>
            <a:r>
              <a:rPr lang="en-US" sz="2200" dirty="0"/>
              <a:t>Assets can be recorded on a company’s balance sheet at their fair market value (as opposed to their book values)-financial products.</a:t>
            </a:r>
            <a:endParaRPr lang="en-US" sz="2200" dirty="0">
              <a:cs typeface="Arial" panose="020B0604020202020204" pitchFamily="34" charset="0"/>
            </a:endParaRPr>
          </a:p>
          <a:p>
            <a:endParaRPr lang="en-US" sz="2200" dirty="0">
              <a:cs typeface="Arial" panose="020B0604020202020204" pitchFamily="34" charset="0"/>
            </a:endParaRPr>
          </a:p>
          <a:p>
            <a:r>
              <a:rPr lang="en-US" sz="2200" dirty="0"/>
              <a:t>Instead of recording income as it was earned over time, they </a:t>
            </a:r>
            <a:r>
              <a:rPr lang="en-US" sz="2200" b="1" dirty="0"/>
              <a:t>estimated the total future profit immediately</a:t>
            </a:r>
            <a:r>
              <a:rPr lang="en-US" sz="2200" dirty="0"/>
              <a:t> (based on aggressive assumptions) and booked it </a:t>
            </a:r>
            <a:r>
              <a:rPr lang="en-US" sz="2200" b="1" dirty="0"/>
              <a:t>all upfront</a:t>
            </a:r>
            <a:r>
              <a:rPr lang="en-US" sz="2200" dirty="0"/>
              <a:t>.</a:t>
            </a:r>
          </a:p>
          <a:p>
            <a:endParaRPr lang="en-US" sz="2200" dirty="0">
              <a:cs typeface="Arial" panose="020B0604020202020204" pitchFamily="34" charset="0"/>
            </a:endParaRPr>
          </a:p>
          <a:p>
            <a:r>
              <a:rPr lang="en-US" sz="2200" dirty="0">
                <a:cs typeface="Arial" panose="020B0604020202020204" pitchFamily="34" charset="0"/>
              </a:rPr>
              <a:t>$90 to 26 cents</a:t>
            </a:r>
          </a:p>
        </p:txBody>
      </p:sp>
    </p:spTree>
    <p:extLst>
      <p:ext uri="{BB962C8B-B14F-4D97-AF65-F5344CB8AC3E}">
        <p14:creationId xmlns:p14="http://schemas.microsoft.com/office/powerpoint/2010/main" val="40333585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9935064" cy="2304019"/>
          </a:xfrm>
        </p:spPr>
        <p:txBody>
          <a:bodyPr>
            <a:normAutofit fontScale="85000" lnSpcReduction="20000"/>
          </a:bodyPr>
          <a:lstStyle/>
          <a:p>
            <a:pPr marL="514350" indent="-514350">
              <a:lnSpc>
                <a:spcPct val="80000"/>
              </a:lnSpc>
              <a:buFont typeface="+mj-lt"/>
              <a:buAutoNum type="arabicParenR"/>
              <a:defRPr/>
            </a:pPr>
            <a:endParaRPr lang="en-US" dirty="0"/>
          </a:p>
          <a:p>
            <a:pPr marL="457200" indent="-457200">
              <a:lnSpc>
                <a:spcPct val="80000"/>
              </a:lnSpc>
              <a:buFont typeface="Arial" panose="020B0604020202020204" pitchFamily="34" charset="0"/>
              <a:buChar char="•"/>
              <a:defRPr/>
            </a:pPr>
            <a:r>
              <a:rPr lang="en-US" dirty="0"/>
              <a:t>Revenues and Costs are accrued, that is, </a:t>
            </a:r>
            <a:r>
              <a:rPr lang="en-US" dirty="0" err="1"/>
              <a:t>recognised</a:t>
            </a:r>
            <a:r>
              <a:rPr lang="en-US" dirty="0"/>
              <a:t> as they are earned or incurred (and not as  money is received or paid) and recorded in the financial statements of the periods to which they  relate.</a:t>
            </a:r>
          </a:p>
          <a:p>
            <a:pPr marL="457200" indent="-457200">
              <a:lnSpc>
                <a:spcPct val="80000"/>
              </a:lnSpc>
              <a:buFont typeface="Arial" panose="020B0604020202020204" pitchFamily="34" charset="0"/>
              <a:buChar char="•"/>
              <a:defRPr/>
            </a:pPr>
            <a:r>
              <a:rPr lang="en-US" dirty="0"/>
              <a:t>For companies it is mandatory to keep accounts on accrual basis under the Companies Act,  2013. </a:t>
            </a:r>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20</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Accrual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C9E6CC4D-8E71-E630-872C-12DE178ABA7F}"/>
                  </a:ext>
                </a:extLst>
              </p14:cNvPr>
              <p14:cNvContentPartPr/>
              <p14:nvPr/>
            </p14:nvContentPartPr>
            <p14:xfrm>
              <a:off x="1790640" y="3270240"/>
              <a:ext cx="4781880" cy="2508840"/>
            </p14:xfrm>
          </p:contentPart>
        </mc:Choice>
        <mc:Fallback xmlns="">
          <p:pic>
            <p:nvPicPr>
              <p:cNvPr id="7" name="Ink 6">
                <a:extLst>
                  <a:ext uri="{FF2B5EF4-FFF2-40B4-BE49-F238E27FC236}">
                    <a16:creationId xmlns:a16="http://schemas.microsoft.com/office/drawing/2014/main" id="{C9E6CC4D-8E71-E630-872C-12DE178ABA7F}"/>
                  </a:ext>
                </a:extLst>
              </p:cNvPr>
              <p:cNvPicPr/>
              <p:nvPr/>
            </p:nvPicPr>
            <p:blipFill>
              <a:blip r:embed="rId3"/>
              <a:stretch>
                <a:fillRect/>
              </a:stretch>
            </p:blipFill>
            <p:spPr>
              <a:xfrm>
                <a:off x="1781280" y="3260880"/>
                <a:ext cx="4800600" cy="2527560"/>
              </a:xfrm>
              <a:prstGeom prst="rect">
                <a:avLst/>
              </a:prstGeom>
            </p:spPr>
          </p:pic>
        </mc:Fallback>
      </mc:AlternateContent>
    </p:spTree>
    <p:extLst>
      <p:ext uri="{BB962C8B-B14F-4D97-AF65-F5344CB8AC3E}">
        <p14:creationId xmlns:p14="http://schemas.microsoft.com/office/powerpoint/2010/main" val="22433266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9871056" cy="3447019"/>
          </a:xfrm>
        </p:spPr>
        <p:txBody>
          <a:bodyPr>
            <a:normAutofit fontScale="85000" lnSpcReduction="10000"/>
          </a:bodyPr>
          <a:lstStyle/>
          <a:p>
            <a:pPr marL="514350" indent="-514350">
              <a:lnSpc>
                <a:spcPct val="80000"/>
              </a:lnSpc>
              <a:buFont typeface="+mj-lt"/>
              <a:buAutoNum type="arabicParenR"/>
              <a:defRPr/>
            </a:pPr>
            <a:endParaRPr lang="en-US" dirty="0"/>
          </a:p>
          <a:p>
            <a:r>
              <a:rPr lang="en-US" b="1" dirty="0"/>
              <a:t>An employee has worked for the month of March 2025.Her salary of </a:t>
            </a:r>
            <a:r>
              <a:rPr lang="en-US" b="1" dirty="0" err="1"/>
              <a:t>Rs</a:t>
            </a:r>
            <a:r>
              <a:rPr lang="en-US" b="1" dirty="0"/>
              <a:t> 30,000 falls due on 31</a:t>
            </a:r>
            <a:r>
              <a:rPr lang="en-US" b="1" baseline="30000" dirty="0"/>
              <a:t>st</a:t>
            </a:r>
            <a:r>
              <a:rPr lang="en-US" b="1" dirty="0"/>
              <a:t> March 2025. </a:t>
            </a:r>
          </a:p>
          <a:p>
            <a:endParaRPr lang="en-US" b="1" dirty="0"/>
          </a:p>
          <a:p>
            <a:r>
              <a:rPr lang="en-US" b="1" dirty="0"/>
              <a:t>On 31</a:t>
            </a:r>
            <a:r>
              <a:rPr lang="en-US" b="1" baseline="30000" dirty="0"/>
              <a:t>st</a:t>
            </a:r>
            <a:r>
              <a:rPr lang="en-US" b="1" dirty="0"/>
              <a:t> march 2025,you pay the employee </a:t>
            </a:r>
            <a:r>
              <a:rPr lang="en-US" b="1" dirty="0" err="1"/>
              <a:t>Rs</a:t>
            </a:r>
            <a:r>
              <a:rPr lang="en-US" b="1" dirty="0"/>
              <a:t> 45,000.(30000(march)+15000 (salary advance for </a:t>
            </a:r>
            <a:r>
              <a:rPr lang="en-US" b="1" dirty="0" err="1"/>
              <a:t>april</a:t>
            </a:r>
            <a:r>
              <a:rPr lang="en-US" b="1" dirty="0"/>
              <a:t>)</a:t>
            </a: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21</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Accrual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74FBE0FC-6AA3-8975-858D-53B157A4344A}"/>
                  </a:ext>
                </a:extLst>
              </p14:cNvPr>
              <p14:cNvContentPartPr/>
              <p14:nvPr/>
            </p14:nvContentPartPr>
            <p14:xfrm>
              <a:off x="2565360" y="2718000"/>
              <a:ext cx="7912440" cy="3194280"/>
            </p14:xfrm>
          </p:contentPart>
        </mc:Choice>
        <mc:Fallback xmlns="">
          <p:pic>
            <p:nvPicPr>
              <p:cNvPr id="7" name="Ink 6">
                <a:extLst>
                  <a:ext uri="{FF2B5EF4-FFF2-40B4-BE49-F238E27FC236}">
                    <a16:creationId xmlns:a16="http://schemas.microsoft.com/office/drawing/2014/main" id="{74FBE0FC-6AA3-8975-858D-53B157A4344A}"/>
                  </a:ext>
                </a:extLst>
              </p:cNvPr>
              <p:cNvPicPr/>
              <p:nvPr/>
            </p:nvPicPr>
            <p:blipFill>
              <a:blip r:embed="rId3"/>
              <a:stretch>
                <a:fillRect/>
              </a:stretch>
            </p:blipFill>
            <p:spPr>
              <a:xfrm>
                <a:off x="2556000" y="2708640"/>
                <a:ext cx="7931160" cy="3213000"/>
              </a:xfrm>
              <a:prstGeom prst="rect">
                <a:avLst/>
              </a:prstGeom>
            </p:spPr>
          </p:pic>
        </mc:Fallback>
      </mc:AlternateContent>
    </p:spTree>
    <p:extLst>
      <p:ext uri="{BB962C8B-B14F-4D97-AF65-F5344CB8AC3E}">
        <p14:creationId xmlns:p14="http://schemas.microsoft.com/office/powerpoint/2010/main" val="320466675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22</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Realization Concept/Revenue recognition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2095500" y="3953606"/>
            <a:ext cx="7962900" cy="830997"/>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We recognize the revenue(Income ) not when cash is received</a:t>
            </a:r>
            <a:r>
              <a:rPr lang="en-US" sz="2400" dirty="0">
                <a:latin typeface="Arial" panose="020B0604020202020204" pitchFamily="34" charset="0"/>
                <a:cs typeface="Arial" panose="020B0604020202020204" pitchFamily="34" charset="0"/>
              </a:rPr>
              <a:t>.</a:t>
            </a:r>
          </a:p>
        </p:txBody>
      </p:sp>
      <p:sp>
        <p:nvSpPr>
          <p:cNvPr id="8" name="Rectangle 7"/>
          <p:cNvSpPr/>
          <p:nvPr/>
        </p:nvSpPr>
        <p:spPr>
          <a:xfrm>
            <a:off x="2133600" y="2059026"/>
            <a:ext cx="7620000" cy="1569660"/>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We recognize the revenue from sale of goods or provision of services when such goods are delivered or the services are rendered to customers(transfer of property in goods), not when cash is received.</a:t>
            </a:r>
          </a:p>
        </p:txBody>
      </p:sp>
    </p:spTree>
    <p:extLst>
      <p:ext uri="{BB962C8B-B14F-4D97-AF65-F5344CB8AC3E}">
        <p14:creationId xmlns:p14="http://schemas.microsoft.com/office/powerpoint/2010/main" val="110775747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23</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t>Realization Concept-IFRS 15 / </a:t>
            </a:r>
            <a:r>
              <a:rPr lang="en-US" dirty="0" err="1"/>
              <a:t>Ind</a:t>
            </a:r>
            <a:r>
              <a:rPr lang="en-US" dirty="0"/>
              <a:t> AS 115 / ASC 606</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981200" y="1906626"/>
            <a:ext cx="7620000" cy="3785652"/>
          </a:xfrm>
          <a:prstGeom prst="rect">
            <a:avLst/>
          </a:prstGeom>
        </p:spPr>
        <p:txBody>
          <a:bodyPr wrap="square">
            <a:spAutoFit/>
          </a:bodyPr>
          <a:lstStyle/>
          <a:p>
            <a:r>
              <a:rPr lang="en-US" sz="2400" b="1" dirty="0"/>
              <a:t>According to IFRS  rules for revenue recognition are as follows:</a:t>
            </a:r>
          </a:p>
          <a:p>
            <a:endParaRPr lang="en-US" sz="2400" dirty="0"/>
          </a:p>
          <a:p>
            <a:pPr marL="342900" indent="-342900">
              <a:buFont typeface="+mj-lt"/>
              <a:buAutoNum type="arabicParenR"/>
            </a:pPr>
            <a:r>
              <a:rPr lang="en-US" sz="2400" dirty="0"/>
              <a:t>Identify the customer contract (Contract exists if parties have approved it (written / oral / implied)</a:t>
            </a:r>
          </a:p>
          <a:p>
            <a:pPr marL="342900" indent="-342900">
              <a:buFont typeface="+mj-lt"/>
              <a:buAutoNum type="arabicParenR"/>
            </a:pPr>
            <a:r>
              <a:rPr lang="en-US" sz="2400" dirty="0"/>
              <a:t>Identify the obligations in the customer contract</a:t>
            </a:r>
          </a:p>
          <a:p>
            <a:pPr marL="342900" indent="-342900">
              <a:buFont typeface="+mj-lt"/>
              <a:buAutoNum type="arabicParenR"/>
            </a:pPr>
            <a:r>
              <a:rPr lang="en-US" sz="2400" b="1" dirty="0"/>
              <a:t>When control of the promised good or service transfers to the customer(legal title/physical possession/risk and reward/acceptance)</a:t>
            </a:r>
          </a:p>
          <a:p>
            <a:pPr marL="342900" indent="-342900">
              <a:buFont typeface="+mj-lt"/>
              <a:buAutoNum type="arabicParenR"/>
            </a:pPr>
            <a:r>
              <a:rPr lang="en-US" sz="2400" b="1" dirty="0"/>
              <a:t>Over time vs point-in-time recognition</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A331B0AE-CC27-303F-EC8E-41F7268C8BF1}"/>
                  </a:ext>
                </a:extLst>
              </p14:cNvPr>
              <p14:cNvContentPartPr/>
              <p14:nvPr/>
            </p14:nvContentPartPr>
            <p14:xfrm>
              <a:off x="4826160" y="533520"/>
              <a:ext cx="3219480" cy="2838960"/>
            </p14:xfrm>
          </p:contentPart>
        </mc:Choice>
        <mc:Fallback xmlns="">
          <p:pic>
            <p:nvPicPr>
              <p:cNvPr id="8" name="Ink 7">
                <a:extLst>
                  <a:ext uri="{FF2B5EF4-FFF2-40B4-BE49-F238E27FC236}">
                    <a16:creationId xmlns:a16="http://schemas.microsoft.com/office/drawing/2014/main" id="{A331B0AE-CC27-303F-EC8E-41F7268C8BF1}"/>
                  </a:ext>
                </a:extLst>
              </p:cNvPr>
              <p:cNvPicPr/>
              <p:nvPr/>
            </p:nvPicPr>
            <p:blipFill>
              <a:blip r:embed="rId4"/>
              <a:stretch>
                <a:fillRect/>
              </a:stretch>
            </p:blipFill>
            <p:spPr>
              <a:xfrm>
                <a:off x="4816800" y="524160"/>
                <a:ext cx="3238200" cy="2857680"/>
              </a:xfrm>
              <a:prstGeom prst="rect">
                <a:avLst/>
              </a:prstGeom>
            </p:spPr>
          </p:pic>
        </mc:Fallback>
      </mc:AlternateContent>
    </p:spTree>
    <p:extLst>
      <p:ext uri="{BB962C8B-B14F-4D97-AF65-F5344CB8AC3E}">
        <p14:creationId xmlns:p14="http://schemas.microsoft.com/office/powerpoint/2010/main" val="28173887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24</a:t>
            </a:fld>
            <a:endParaRPr lang="en-US"/>
          </a:p>
        </p:txBody>
      </p:sp>
      <p:sp>
        <p:nvSpPr>
          <p:cNvPr id="3" name="Content Placeholder 2"/>
          <p:cNvSpPr>
            <a:spLocks noGrp="1"/>
          </p:cNvSpPr>
          <p:nvPr>
            <p:ph sz="quarter" idx="4294967295"/>
          </p:nvPr>
        </p:nvSpPr>
        <p:spPr>
          <a:xfrm>
            <a:off x="0" y="152400"/>
            <a:ext cx="8432800" cy="1143000"/>
          </a:xfrm>
        </p:spPr>
        <p:txBody>
          <a:bodyPr>
            <a:normAutofit/>
          </a:bodyPr>
          <a:lstStyle/>
          <a:p>
            <a:pPr indent="0" algn="ctr">
              <a:lnSpc>
                <a:spcPct val="80000"/>
              </a:lnSpc>
              <a:defRPr/>
            </a:pPr>
            <a:r>
              <a:rPr lang="en-US" sz="3200" dirty="0"/>
              <a:t>Realization Concept-IFRS 15 / </a:t>
            </a:r>
            <a:r>
              <a:rPr lang="en-US" sz="3200" dirty="0" err="1"/>
              <a:t>Ind</a:t>
            </a:r>
            <a:r>
              <a:rPr lang="en-US" sz="3200" dirty="0"/>
              <a:t> AS 115 / ASC 606</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981200" y="1906626"/>
            <a:ext cx="7620000" cy="3416320"/>
          </a:xfrm>
          <a:prstGeom prst="rect">
            <a:avLst/>
          </a:prstGeom>
        </p:spPr>
        <p:txBody>
          <a:bodyPr wrap="square">
            <a:spAutoFit/>
          </a:bodyPr>
          <a:lstStyle/>
          <a:p>
            <a:r>
              <a:rPr lang="en-US" sz="2400" b="1" dirty="0"/>
              <a:t>Over time vs point-in-time recognition</a:t>
            </a:r>
          </a:p>
          <a:p>
            <a:r>
              <a:rPr lang="en-US" sz="2400" dirty="0"/>
              <a:t>Revenue </a:t>
            </a:r>
            <a:r>
              <a:rPr lang="en-US" sz="2400" dirty="0" err="1"/>
              <a:t>recognised</a:t>
            </a:r>
            <a:r>
              <a:rPr lang="en-US" sz="2400" dirty="0"/>
              <a:t> over time if ANY ONE is met:</a:t>
            </a:r>
          </a:p>
          <a:p>
            <a:pPr marL="342900" indent="-342900">
              <a:buFont typeface="Arial" panose="020B0604020202020204" pitchFamily="34" charset="0"/>
              <a:buChar char="•"/>
            </a:pPr>
            <a:r>
              <a:rPr lang="en-US" sz="2400" dirty="0"/>
              <a:t>Customer simultaneously receives and consumes benefits(house cleaning/internet)</a:t>
            </a:r>
          </a:p>
          <a:p>
            <a:pPr marL="342900" indent="-342900">
              <a:buFont typeface="Arial" panose="020B0604020202020204" pitchFamily="34" charset="0"/>
              <a:buChar char="•"/>
            </a:pPr>
            <a:r>
              <a:rPr lang="en-US" sz="2400" dirty="0"/>
              <a:t>Customer controls the asset as it is created or enhanced(house construction)</a:t>
            </a:r>
          </a:p>
          <a:p>
            <a:pPr marL="342900" indent="-342900">
              <a:buFont typeface="Arial" panose="020B0604020202020204" pitchFamily="34" charset="0"/>
              <a:buChar char="•"/>
            </a:pPr>
            <a:r>
              <a:rPr lang="en-US" sz="2400" dirty="0"/>
              <a:t>Asset has no alternative use AND entity has enforceable right to payment (customized products)</a:t>
            </a:r>
          </a:p>
          <a:p>
            <a:pPr marL="342900" indent="-342900">
              <a:buFont typeface="Arial" panose="020B0604020202020204" pitchFamily="34" charset="0"/>
              <a:buChar char="•"/>
            </a:pPr>
            <a:r>
              <a:rPr lang="en-US" sz="2400" dirty="0"/>
              <a:t>Otherwise - </a:t>
            </a:r>
            <a:r>
              <a:rPr lang="en-US" sz="2400" b="1" dirty="0"/>
              <a:t>point in time</a:t>
            </a:r>
            <a:r>
              <a:rPr lang="en-US" sz="2400" dirty="0"/>
              <a:t>.(sale of goods)</a:t>
            </a:r>
          </a:p>
        </p:txBody>
      </p:sp>
    </p:spTree>
    <p:extLst>
      <p:ext uri="{BB962C8B-B14F-4D97-AF65-F5344CB8AC3E}">
        <p14:creationId xmlns:p14="http://schemas.microsoft.com/office/powerpoint/2010/main" val="21839786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25</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Realization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953491" y="555941"/>
            <a:ext cx="8485909" cy="6063198"/>
          </a:xfrm>
          <a:prstGeom prst="rect">
            <a:avLst/>
          </a:prstGeom>
        </p:spPr>
        <p:txBody>
          <a:bodyPr wrap="square">
            <a:spAutoFit/>
          </a:bodyPr>
          <a:lstStyle/>
          <a:p>
            <a:endParaRPr lang="en-US" sz="2000" dirty="0"/>
          </a:p>
          <a:p>
            <a:endParaRPr lang="en-US" sz="2200" dirty="0"/>
          </a:p>
          <a:p>
            <a:r>
              <a:rPr lang="en-US" sz="2200" b="1" dirty="0"/>
              <a:t>1. Export Sales :</a:t>
            </a:r>
          </a:p>
          <a:p>
            <a:r>
              <a:rPr lang="en-US" sz="2200" dirty="0"/>
              <a:t>In some cases, revenue is deferred and can be recognized after shipment/after customs clearance/after buyer acceptance</a:t>
            </a:r>
          </a:p>
          <a:p>
            <a:r>
              <a:rPr lang="en-US" sz="2200" i="1" dirty="0"/>
              <a:t>Point in time</a:t>
            </a:r>
          </a:p>
          <a:p>
            <a:endParaRPr lang="en-US" sz="2200" i="1" dirty="0"/>
          </a:p>
          <a:p>
            <a:r>
              <a:rPr lang="en-US" sz="2200" b="1" dirty="0"/>
              <a:t>2. Advance Receipts for Services (Unearned Revenue):</a:t>
            </a:r>
          </a:p>
          <a:p>
            <a:r>
              <a:rPr lang="en-US" sz="2200" dirty="0"/>
              <a:t>When money is received before service is rendered (e.g., subscription), revenue is not recognized immediately.</a:t>
            </a:r>
          </a:p>
          <a:p>
            <a:r>
              <a:rPr lang="en-US" sz="2200" i="1" dirty="0"/>
              <a:t>Customer simultaneously receives and consumes benefits</a:t>
            </a:r>
            <a:r>
              <a:rPr lang="en-US" sz="2200" dirty="0"/>
              <a:t>(house cleaning/internet)</a:t>
            </a:r>
          </a:p>
          <a:p>
            <a:endParaRPr lang="en-US" sz="2200" dirty="0"/>
          </a:p>
          <a:p>
            <a:r>
              <a:rPr lang="en-US" sz="2200" dirty="0"/>
              <a:t>3.</a:t>
            </a:r>
            <a:r>
              <a:rPr lang="en-US" sz="2200" b="1" dirty="0"/>
              <a:t> Consignment Sales:</a:t>
            </a:r>
          </a:p>
          <a:p>
            <a:r>
              <a:rPr lang="en-US" sz="2200" dirty="0"/>
              <a:t>Revenue is recognized only when the consignee sells the goods, not when goods are sent to them.</a:t>
            </a:r>
          </a:p>
          <a:p>
            <a:r>
              <a:rPr lang="en-US" sz="2200" i="1" dirty="0"/>
              <a:t>Point in time.</a:t>
            </a:r>
            <a:endParaRPr lang="en-US" sz="1600" dirty="0"/>
          </a:p>
          <a:p>
            <a:endParaRPr lang="en-US" sz="1600" dirty="0"/>
          </a:p>
        </p:txBody>
      </p:sp>
    </p:spTree>
    <p:extLst>
      <p:ext uri="{BB962C8B-B14F-4D97-AF65-F5344CB8AC3E}">
        <p14:creationId xmlns:p14="http://schemas.microsoft.com/office/powerpoint/2010/main" val="40030127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26</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Exceptions:</a:t>
            </a:r>
          </a:p>
          <a:p>
            <a:pPr indent="0" algn="ctr">
              <a:lnSpc>
                <a:spcPct val="80000"/>
              </a:lnSpc>
              <a:defRPr/>
            </a:pPr>
            <a:r>
              <a:rPr lang="en-US" dirty="0">
                <a:solidFill>
                  <a:srgbClr val="C00000"/>
                </a:solidFill>
              </a:rPr>
              <a:t>Realization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36821" y="1248439"/>
            <a:ext cx="8678779" cy="5509200"/>
          </a:xfrm>
          <a:prstGeom prst="rect">
            <a:avLst/>
          </a:prstGeom>
        </p:spPr>
        <p:txBody>
          <a:bodyPr wrap="square">
            <a:spAutoFit/>
          </a:bodyPr>
          <a:lstStyle/>
          <a:p>
            <a:r>
              <a:rPr lang="en-US" sz="2200" b="1" dirty="0"/>
              <a:t>4. Long-Term Construction Contracts (Percentage of Completion Method):</a:t>
            </a:r>
          </a:p>
          <a:p>
            <a:r>
              <a:rPr lang="en-US" sz="2200" dirty="0"/>
              <a:t>Revenue is recognized gradually over time as construction progresses.</a:t>
            </a:r>
          </a:p>
          <a:p>
            <a:r>
              <a:rPr lang="en-US" sz="2200" i="1" dirty="0"/>
              <a:t>Customer controls the asset as it is created or enhanced and Asset has no alternative use AND entity has enforceable right to payment</a:t>
            </a:r>
            <a:r>
              <a:rPr lang="en-US" sz="2200" b="1" i="1" dirty="0"/>
              <a:t> </a:t>
            </a:r>
            <a:r>
              <a:rPr lang="en-US" sz="2200" dirty="0"/>
              <a:t>(customized products)</a:t>
            </a:r>
          </a:p>
          <a:p>
            <a:endParaRPr lang="en-US" sz="2200" b="1" dirty="0"/>
          </a:p>
          <a:p>
            <a:r>
              <a:rPr lang="en-US" sz="2200" b="1" dirty="0"/>
              <a:t>5. Installment Method:</a:t>
            </a:r>
          </a:p>
          <a:p>
            <a:r>
              <a:rPr lang="en-US" sz="2200" dirty="0"/>
              <a:t>Revenue is recognized as cash is collected, not when the sale occurs.</a:t>
            </a:r>
          </a:p>
          <a:p>
            <a:r>
              <a:rPr lang="en-US" sz="2200" i="1" dirty="0"/>
              <a:t>Significant risk of non payment; ownership transfer may be deferred.</a:t>
            </a:r>
          </a:p>
          <a:p>
            <a:endParaRPr lang="en-US" sz="2200" b="1" dirty="0"/>
          </a:p>
          <a:p>
            <a:r>
              <a:rPr lang="en-US" sz="2200" b="1" dirty="0"/>
              <a:t>6. Agricultural and Mineral Products:</a:t>
            </a:r>
          </a:p>
          <a:p>
            <a:r>
              <a:rPr lang="en-US" sz="2200" dirty="0"/>
              <a:t>Revenue is recognized at the point of harvest or extraction, not at sale.</a:t>
            </a:r>
          </a:p>
          <a:p>
            <a:r>
              <a:rPr lang="en-US" sz="2200" dirty="0"/>
              <a:t>Why? Market value is often reliably measurable at that point.</a:t>
            </a:r>
          </a:p>
          <a:p>
            <a:r>
              <a:rPr lang="en-US" sz="2200" i="1" dirty="0"/>
              <a:t>Exception-biological or natural assets</a:t>
            </a:r>
          </a:p>
          <a:p>
            <a:endParaRPr lang="en-US" sz="2200" i="1" dirty="0"/>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2E83D8C1-3D1A-AB21-A03C-458941CBDD0B}"/>
                  </a:ext>
                </a:extLst>
              </p14:cNvPr>
              <p14:cNvContentPartPr/>
              <p14:nvPr/>
            </p14:nvContentPartPr>
            <p14:xfrm>
              <a:off x="2641680" y="2686320"/>
              <a:ext cx="9544320" cy="3861000"/>
            </p14:xfrm>
          </p:contentPart>
        </mc:Choice>
        <mc:Fallback xmlns="">
          <p:pic>
            <p:nvPicPr>
              <p:cNvPr id="8" name="Ink 7">
                <a:extLst>
                  <a:ext uri="{FF2B5EF4-FFF2-40B4-BE49-F238E27FC236}">
                    <a16:creationId xmlns:a16="http://schemas.microsoft.com/office/drawing/2014/main" id="{2E83D8C1-3D1A-AB21-A03C-458941CBDD0B}"/>
                  </a:ext>
                </a:extLst>
              </p:cNvPr>
              <p:cNvPicPr/>
              <p:nvPr/>
            </p:nvPicPr>
            <p:blipFill>
              <a:blip r:embed="rId4"/>
              <a:stretch>
                <a:fillRect/>
              </a:stretch>
            </p:blipFill>
            <p:spPr>
              <a:xfrm>
                <a:off x="2632320" y="2676960"/>
                <a:ext cx="9563040" cy="3879720"/>
              </a:xfrm>
              <a:prstGeom prst="rect">
                <a:avLst/>
              </a:prstGeom>
            </p:spPr>
          </p:pic>
        </mc:Fallback>
      </mc:AlternateContent>
    </p:spTree>
    <p:extLst>
      <p:ext uri="{BB962C8B-B14F-4D97-AF65-F5344CB8AC3E}">
        <p14:creationId xmlns:p14="http://schemas.microsoft.com/office/powerpoint/2010/main" val="236255056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27</a:t>
            </a:fld>
            <a:endParaRPr lang="en-US"/>
          </a:p>
        </p:txBody>
      </p:sp>
      <p:sp>
        <p:nvSpPr>
          <p:cNvPr id="3" name="Content Placeholder 2"/>
          <p:cNvSpPr>
            <a:spLocks noGrp="1"/>
          </p:cNvSpPr>
          <p:nvPr>
            <p:ph sz="quarter" idx="4294967295"/>
          </p:nvPr>
        </p:nvSpPr>
        <p:spPr>
          <a:xfrm>
            <a:off x="0" y="152400"/>
            <a:ext cx="8001000" cy="1143000"/>
          </a:xfrm>
        </p:spPr>
        <p:txBody>
          <a:bodyPr>
            <a:normAutofit/>
          </a:bodyPr>
          <a:lstStyle/>
          <a:p>
            <a:pPr indent="0" algn="ctr">
              <a:lnSpc>
                <a:spcPct val="80000"/>
              </a:lnSpc>
              <a:defRPr/>
            </a:pPr>
            <a:r>
              <a:rPr lang="en-US" sz="3200" dirty="0">
                <a:solidFill>
                  <a:srgbClr val="C00000"/>
                </a:solidFill>
              </a:rPr>
              <a:t>Aggressive/Improper Revenue recognition</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14512" y="1171496"/>
            <a:ext cx="8610600" cy="5601533"/>
          </a:xfrm>
          <a:prstGeom prst="rect">
            <a:avLst/>
          </a:prstGeom>
        </p:spPr>
        <p:txBody>
          <a:bodyPr wrap="square">
            <a:spAutoFit/>
          </a:bodyPr>
          <a:lstStyle/>
          <a:p>
            <a:r>
              <a:rPr lang="en-US" sz="2400" b="1" dirty="0"/>
              <a:t>1)Frontloading revenue</a:t>
            </a:r>
          </a:p>
          <a:p>
            <a:r>
              <a:rPr lang="en-US" sz="2400" b="1" dirty="0"/>
              <a:t>Xerox (USA): </a:t>
            </a:r>
            <a:r>
              <a:rPr lang="en-US" sz="2400" dirty="0" err="1"/>
              <a:t>Recognised</a:t>
            </a:r>
            <a:r>
              <a:rPr lang="en-US" sz="2400" dirty="0"/>
              <a:t> revenue </a:t>
            </a:r>
            <a:r>
              <a:rPr lang="en-US" sz="2400" i="1" dirty="0"/>
              <a:t>upfront</a:t>
            </a:r>
            <a:r>
              <a:rPr lang="en-US" sz="2400" dirty="0"/>
              <a:t> on long-term copier lease contracts</a:t>
            </a:r>
          </a:p>
          <a:p>
            <a:endParaRPr lang="en-US" sz="2400" dirty="0"/>
          </a:p>
          <a:p>
            <a:r>
              <a:rPr lang="en-US" sz="2400" dirty="0"/>
              <a:t>Xerox sold high-end photocopiers to corporate customers using long-term lease / rental contracts (typically 3–5 years).</a:t>
            </a:r>
          </a:p>
          <a:p>
            <a:r>
              <a:rPr lang="en-US" sz="2400" dirty="0"/>
              <a:t>These contracts bundled </a:t>
            </a:r>
            <a:r>
              <a:rPr lang="en-US" sz="2400" b="1" dirty="0"/>
              <a:t>three different elements</a:t>
            </a:r>
            <a:r>
              <a:rPr lang="en-US" sz="2400" dirty="0"/>
              <a:t>:</a:t>
            </a:r>
          </a:p>
          <a:p>
            <a:r>
              <a:rPr lang="en-US" sz="2400" dirty="0"/>
              <a:t>The copier machine itself</a:t>
            </a:r>
          </a:p>
          <a:p>
            <a:r>
              <a:rPr lang="en-US" sz="2400" dirty="0"/>
              <a:t>Servicing &amp; maintenance over the lease term</a:t>
            </a:r>
          </a:p>
          <a:p>
            <a:r>
              <a:rPr lang="en-US" sz="2400" dirty="0"/>
              <a:t>Consumables / support (toner, parts, etc.)</a:t>
            </a:r>
          </a:p>
          <a:p>
            <a:endParaRPr lang="en-US" sz="2400" dirty="0"/>
          </a:p>
          <a:p>
            <a:r>
              <a:rPr lang="en-US" sz="2400" b="1" dirty="0"/>
              <a:t>2)Inflated assumptions :</a:t>
            </a:r>
          </a:p>
          <a:p>
            <a:r>
              <a:rPr lang="en-US" sz="2400" dirty="0"/>
              <a:t>Recorded revenue on energy trades with inflated future assumptions</a:t>
            </a:r>
          </a:p>
          <a:p>
            <a:endParaRPr lang="en-US" sz="2200" dirty="0"/>
          </a:p>
        </p:txBody>
      </p:sp>
    </p:spTree>
    <p:extLst>
      <p:ext uri="{BB962C8B-B14F-4D97-AF65-F5344CB8AC3E}">
        <p14:creationId xmlns:p14="http://schemas.microsoft.com/office/powerpoint/2010/main" val="18643963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28</a:t>
            </a:fld>
            <a:endParaRPr lang="en-US"/>
          </a:p>
        </p:txBody>
      </p:sp>
      <p:sp>
        <p:nvSpPr>
          <p:cNvPr id="3" name="Content Placeholder 2"/>
          <p:cNvSpPr>
            <a:spLocks noGrp="1"/>
          </p:cNvSpPr>
          <p:nvPr>
            <p:ph sz="quarter" idx="4294967295"/>
          </p:nvPr>
        </p:nvSpPr>
        <p:spPr>
          <a:xfrm>
            <a:off x="0" y="152400"/>
            <a:ext cx="8001000" cy="1143000"/>
          </a:xfrm>
        </p:spPr>
        <p:txBody>
          <a:bodyPr>
            <a:normAutofit/>
          </a:bodyPr>
          <a:lstStyle/>
          <a:p>
            <a:pPr indent="0" algn="ctr">
              <a:lnSpc>
                <a:spcPct val="80000"/>
              </a:lnSpc>
              <a:defRPr/>
            </a:pPr>
            <a:r>
              <a:rPr lang="en-US" sz="3200" dirty="0">
                <a:solidFill>
                  <a:srgbClr val="C00000"/>
                </a:solidFill>
              </a:rPr>
              <a:t>Aggressive/Improper Revenue recognition</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14512" y="1171495"/>
            <a:ext cx="8610600" cy="5170646"/>
          </a:xfrm>
          <a:prstGeom prst="rect">
            <a:avLst/>
          </a:prstGeom>
        </p:spPr>
        <p:txBody>
          <a:bodyPr wrap="square">
            <a:spAutoFit/>
          </a:bodyPr>
          <a:lstStyle/>
          <a:p>
            <a:endParaRPr lang="en-US" sz="2200" dirty="0"/>
          </a:p>
          <a:p>
            <a:r>
              <a:rPr lang="en-US" sz="2200" b="1" dirty="0"/>
              <a:t>3)Bill-and-hold transactions (goods not delivered)</a:t>
            </a:r>
          </a:p>
          <a:p>
            <a:r>
              <a:rPr lang="en-US" sz="2200" b="1" dirty="0"/>
              <a:t>Dell : </a:t>
            </a:r>
            <a:r>
              <a:rPr lang="en-US" sz="2200" dirty="0" err="1"/>
              <a:t>Recognised</a:t>
            </a:r>
            <a:r>
              <a:rPr lang="en-US" sz="2200" dirty="0"/>
              <a:t> revenue while retaining goods</a:t>
            </a:r>
          </a:p>
          <a:p>
            <a:r>
              <a:rPr lang="en-US" sz="2200" dirty="0"/>
              <a:t>Goods not yet assembled or ready to ship</a:t>
            </a:r>
          </a:p>
          <a:p>
            <a:r>
              <a:rPr lang="en-US" sz="2200" dirty="0"/>
              <a:t>Goods still in warehouse(though customer didn’t ask for delayed delivery)</a:t>
            </a:r>
          </a:p>
          <a:p>
            <a:r>
              <a:rPr lang="en-US" sz="2200" dirty="0"/>
              <a:t>So revenue was recognized before control was transferred.</a:t>
            </a:r>
          </a:p>
          <a:p>
            <a:endParaRPr lang="en-US" sz="2200" dirty="0"/>
          </a:p>
          <a:p>
            <a:r>
              <a:rPr lang="en-US" sz="2200" b="1" dirty="0"/>
              <a:t>4)Channel Stuffing</a:t>
            </a:r>
          </a:p>
          <a:p>
            <a:r>
              <a:rPr lang="en-US" sz="2200" b="1" dirty="0"/>
              <a:t>HP :</a:t>
            </a:r>
            <a:r>
              <a:rPr lang="en-US" sz="2200" dirty="0"/>
              <a:t> pushed excess printers and PCs to resellers and distributors to meet quarterly sales targets near quarter endings and recognized revenue on shipment.</a:t>
            </a:r>
          </a:p>
          <a:p>
            <a:r>
              <a:rPr lang="en-US" sz="2200" dirty="0"/>
              <a:t>Distributor just stocking up with extended payment terms and liberal return rights</a:t>
            </a:r>
          </a:p>
          <a:p>
            <a:endParaRPr lang="en-US" sz="2200" b="1" dirty="0"/>
          </a:p>
          <a:p>
            <a:r>
              <a:rPr lang="en-US" sz="2200" b="1" dirty="0"/>
              <a:t>Toshiba: </a:t>
            </a:r>
            <a:r>
              <a:rPr lang="en-US" sz="2200" dirty="0"/>
              <a:t>Excess products to retailers and components to OEMs</a:t>
            </a:r>
            <a:endParaRPr lang="en-US" sz="2000" b="1" dirty="0"/>
          </a:p>
        </p:txBody>
      </p:sp>
    </p:spTree>
    <p:extLst>
      <p:ext uri="{BB962C8B-B14F-4D97-AF65-F5344CB8AC3E}">
        <p14:creationId xmlns:p14="http://schemas.microsoft.com/office/powerpoint/2010/main" val="12281441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29</a:t>
            </a:fld>
            <a:endParaRPr lang="en-US"/>
          </a:p>
        </p:txBody>
      </p:sp>
      <p:sp>
        <p:nvSpPr>
          <p:cNvPr id="3" name="Content Placeholder 2"/>
          <p:cNvSpPr>
            <a:spLocks noGrp="1"/>
          </p:cNvSpPr>
          <p:nvPr>
            <p:ph sz="quarter" idx="4294967295"/>
          </p:nvPr>
        </p:nvSpPr>
        <p:spPr>
          <a:xfrm>
            <a:off x="0" y="152400"/>
            <a:ext cx="8001000" cy="1143000"/>
          </a:xfrm>
        </p:spPr>
        <p:txBody>
          <a:bodyPr>
            <a:normAutofit/>
          </a:bodyPr>
          <a:lstStyle/>
          <a:p>
            <a:pPr indent="0" algn="ctr">
              <a:lnSpc>
                <a:spcPct val="80000"/>
              </a:lnSpc>
              <a:defRPr/>
            </a:pPr>
            <a:r>
              <a:rPr lang="en-US" sz="3200" dirty="0">
                <a:solidFill>
                  <a:srgbClr val="C00000"/>
                </a:solidFill>
              </a:rPr>
              <a:t>Aggressive/Improper Revenue recognition</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765287" y="1402327"/>
            <a:ext cx="8297779" cy="5016758"/>
          </a:xfrm>
          <a:prstGeom prst="rect">
            <a:avLst/>
          </a:prstGeom>
        </p:spPr>
        <p:txBody>
          <a:bodyPr wrap="square">
            <a:spAutoFit/>
          </a:bodyPr>
          <a:lstStyle/>
          <a:p>
            <a:endParaRPr lang="en-US" sz="2000" b="1" dirty="0"/>
          </a:p>
          <a:p>
            <a:r>
              <a:rPr lang="en-US" sz="2200" b="1" dirty="0" err="1"/>
              <a:t>Capitalising</a:t>
            </a:r>
            <a:r>
              <a:rPr lang="en-US" sz="2200" b="1" dirty="0"/>
              <a:t> revenue-like items</a:t>
            </a:r>
          </a:p>
          <a:p>
            <a:r>
              <a:rPr lang="en-US" sz="2200" b="1" dirty="0"/>
              <a:t>WorldCom :</a:t>
            </a:r>
            <a:r>
              <a:rPr lang="en-US" sz="2200" dirty="0" err="1"/>
              <a:t>Capitalised</a:t>
            </a:r>
            <a:r>
              <a:rPr lang="en-US" sz="2200" dirty="0"/>
              <a:t> line costs instead of expensing them</a:t>
            </a:r>
          </a:p>
          <a:p>
            <a:endParaRPr lang="en-US" sz="2200" dirty="0"/>
          </a:p>
          <a:p>
            <a:r>
              <a:rPr lang="en-US" sz="2200" b="1" dirty="0"/>
              <a:t>IL&amp;FS Group</a:t>
            </a:r>
            <a:r>
              <a:rPr lang="en-US" sz="2200" dirty="0"/>
              <a:t> </a:t>
            </a:r>
          </a:p>
          <a:p>
            <a:r>
              <a:rPr lang="en-US" sz="2200" dirty="0"/>
              <a:t>Aggressive percentage-of-completion accounting on long term infrastructure projects</a:t>
            </a:r>
          </a:p>
          <a:p>
            <a:endParaRPr lang="en-US" sz="2200" dirty="0"/>
          </a:p>
          <a:p>
            <a:r>
              <a:rPr lang="en-US" sz="2200" b="1" dirty="0"/>
              <a:t>Yes Bank:</a:t>
            </a:r>
          </a:p>
          <a:p>
            <a:pPr lvl="0" eaLnBrk="0" fontAlgn="base" hangingPunct="0">
              <a:spcBef>
                <a:spcPct val="0"/>
              </a:spcBef>
              <a:spcAft>
                <a:spcPct val="0"/>
              </a:spcAft>
            </a:pPr>
            <a:r>
              <a:rPr lang="en-US" altLang="en-US" sz="2200" dirty="0"/>
              <a:t>Interest income </a:t>
            </a:r>
            <a:r>
              <a:rPr lang="en-US" altLang="en-US" sz="2200" dirty="0" err="1"/>
              <a:t>recognised</a:t>
            </a:r>
            <a:r>
              <a:rPr lang="en-US" altLang="en-US" sz="2200" dirty="0"/>
              <a:t> on stressed assets(potential NPAs)</a:t>
            </a:r>
          </a:p>
          <a:p>
            <a:pPr lvl="0" eaLnBrk="0" fontAlgn="base" hangingPunct="0">
              <a:spcBef>
                <a:spcPct val="0"/>
              </a:spcBef>
              <a:spcAft>
                <a:spcPct val="0"/>
              </a:spcAft>
            </a:pPr>
            <a:r>
              <a:rPr lang="en-US" altLang="en-US" sz="2200" dirty="0"/>
              <a:t>Under-provisioning</a:t>
            </a:r>
          </a:p>
          <a:p>
            <a:endParaRPr lang="en-US" sz="2000" dirty="0"/>
          </a:p>
          <a:p>
            <a:endParaRPr lang="en-US" sz="2000" dirty="0"/>
          </a:p>
          <a:p>
            <a:endParaRPr lang="en-US" sz="2000" dirty="0"/>
          </a:p>
          <a:p>
            <a:endParaRPr lang="en-US" sz="2000" b="1" dirty="0"/>
          </a:p>
        </p:txBody>
      </p:sp>
    </p:spTree>
    <p:extLst>
      <p:ext uri="{BB962C8B-B14F-4D97-AF65-F5344CB8AC3E}">
        <p14:creationId xmlns:p14="http://schemas.microsoft.com/office/powerpoint/2010/main" val="106384258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30</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Matching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1828801" y="1493838"/>
            <a:ext cx="8762999" cy="4708981"/>
          </a:xfrm>
          <a:prstGeom prst="rect">
            <a:avLst/>
          </a:prstGeom>
        </p:spPr>
        <p:txBody>
          <a:bodyPr wrap="square">
            <a:spAutoFit/>
          </a:bodyPr>
          <a:lstStyle/>
          <a:p>
            <a:r>
              <a:rPr lang="en-US" sz="2200" dirty="0">
                <a:latin typeface="Arial" panose="020B0604020202020204" pitchFamily="34" charset="0"/>
                <a:cs typeface="Arial" panose="020B0604020202020204" pitchFamily="34" charset="0"/>
              </a:rPr>
              <a:t>The expenses incurred in an accounting period should  be matched with the revenues </a:t>
            </a:r>
            <a:r>
              <a:rPr lang="en-US" sz="2200" dirty="0" err="1">
                <a:latin typeface="Arial" panose="020B0604020202020204" pitchFamily="34" charset="0"/>
                <a:cs typeface="Arial" panose="020B0604020202020204" pitchFamily="34" charset="0"/>
              </a:rPr>
              <a:t>recognised</a:t>
            </a:r>
            <a:r>
              <a:rPr lang="en-US" sz="2200" dirty="0">
                <a:latin typeface="Arial" panose="020B0604020202020204" pitchFamily="34" charset="0"/>
                <a:cs typeface="Arial" panose="020B0604020202020204" pitchFamily="34" charset="0"/>
              </a:rPr>
              <a:t> in that period. It means that, if </a:t>
            </a:r>
            <a:r>
              <a:rPr lang="en-US" sz="2200" b="1" dirty="0">
                <a:latin typeface="Arial" panose="020B0604020202020204" pitchFamily="34" charset="0"/>
                <a:cs typeface="Arial" panose="020B0604020202020204" pitchFamily="34" charset="0"/>
              </a:rPr>
              <a:t>revenue is  </a:t>
            </a:r>
            <a:r>
              <a:rPr lang="en-US" sz="2200" b="1" dirty="0" err="1">
                <a:latin typeface="Arial" panose="020B0604020202020204" pitchFamily="34" charset="0"/>
                <a:cs typeface="Arial" panose="020B0604020202020204" pitchFamily="34" charset="0"/>
              </a:rPr>
              <a:t>recognised</a:t>
            </a:r>
            <a:r>
              <a:rPr lang="en-US" sz="2200" b="1" dirty="0">
                <a:latin typeface="Arial" panose="020B0604020202020204" pitchFamily="34" charset="0"/>
                <a:cs typeface="Arial" panose="020B0604020202020204" pitchFamily="34" charset="0"/>
              </a:rPr>
              <a:t> on all goods sold during a period, cost of those goods sold should also be  charged to that period. </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It is wrong to </a:t>
            </a:r>
            <a:r>
              <a:rPr lang="en-US" sz="2200" dirty="0" err="1">
                <a:latin typeface="Arial" panose="020B0604020202020204" pitchFamily="34" charset="0"/>
                <a:cs typeface="Arial" panose="020B0604020202020204" pitchFamily="34" charset="0"/>
              </a:rPr>
              <a:t>recognise</a:t>
            </a:r>
            <a:r>
              <a:rPr lang="en-US" sz="2200" dirty="0">
                <a:latin typeface="Arial" panose="020B0604020202020204" pitchFamily="34" charset="0"/>
                <a:cs typeface="Arial" panose="020B0604020202020204" pitchFamily="34" charset="0"/>
              </a:rPr>
              <a:t> revenue on all sales, but charge expenses  only on such sales as are collected in cash till that period. </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This concept is </a:t>
            </a:r>
            <a:r>
              <a:rPr lang="en-US" sz="2200" b="1" dirty="0">
                <a:latin typeface="Arial" panose="020B0604020202020204" pitchFamily="34" charset="0"/>
                <a:cs typeface="Arial" panose="020B0604020202020204" pitchFamily="34" charset="0"/>
              </a:rPr>
              <a:t>based on accrual concept </a:t>
            </a:r>
            <a:r>
              <a:rPr lang="en-US" sz="2200" dirty="0">
                <a:latin typeface="Arial" panose="020B0604020202020204" pitchFamily="34" charset="0"/>
                <a:cs typeface="Arial" panose="020B0604020202020204" pitchFamily="34" charset="0"/>
              </a:rPr>
              <a:t>since, it disregards the timing and the amount  of actual cash inflow or cash outflow and </a:t>
            </a:r>
            <a:r>
              <a:rPr lang="en-US" sz="2200" b="1" dirty="0">
                <a:latin typeface="Arial" panose="020B0604020202020204" pitchFamily="34" charset="0"/>
                <a:cs typeface="Arial" panose="020B0604020202020204" pitchFamily="34" charset="0"/>
              </a:rPr>
              <a:t>concentrates on the occurrence (i.e. accrual)  of revenue and expenses.</a:t>
            </a:r>
          </a:p>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17A24353-DF5A-341C-BDF5-32770BFEA060}"/>
                  </a:ext>
                </a:extLst>
              </p14:cNvPr>
              <p14:cNvContentPartPr/>
              <p14:nvPr/>
            </p14:nvContentPartPr>
            <p14:xfrm>
              <a:off x="3670200" y="3314880"/>
              <a:ext cx="4591440" cy="1708560"/>
            </p14:xfrm>
          </p:contentPart>
        </mc:Choice>
        <mc:Fallback xmlns="">
          <p:pic>
            <p:nvPicPr>
              <p:cNvPr id="8" name="Ink 7">
                <a:extLst>
                  <a:ext uri="{FF2B5EF4-FFF2-40B4-BE49-F238E27FC236}">
                    <a16:creationId xmlns:a16="http://schemas.microsoft.com/office/drawing/2014/main" id="{17A24353-DF5A-341C-BDF5-32770BFEA060}"/>
                  </a:ext>
                </a:extLst>
              </p:cNvPr>
              <p:cNvPicPr/>
              <p:nvPr/>
            </p:nvPicPr>
            <p:blipFill>
              <a:blip r:embed="rId3"/>
              <a:stretch>
                <a:fillRect/>
              </a:stretch>
            </p:blipFill>
            <p:spPr>
              <a:xfrm>
                <a:off x="3660840" y="3305520"/>
                <a:ext cx="4610160" cy="1727280"/>
              </a:xfrm>
              <a:prstGeom prst="rect">
                <a:avLst/>
              </a:prstGeom>
            </p:spPr>
          </p:pic>
        </mc:Fallback>
      </mc:AlternateContent>
    </p:spTree>
    <p:extLst>
      <p:ext uri="{BB962C8B-B14F-4D97-AF65-F5344CB8AC3E}">
        <p14:creationId xmlns:p14="http://schemas.microsoft.com/office/powerpoint/2010/main" val="32511128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9843624" cy="3337291"/>
          </a:xfrm>
        </p:spPr>
        <p:txBody>
          <a:bodyPr>
            <a:normAutofit fontScale="85000" lnSpcReduction="10000"/>
          </a:bodyPr>
          <a:lstStyle/>
          <a:p>
            <a:endParaRPr lang="en-US" b="1" dirty="0">
              <a:solidFill>
                <a:srgbClr val="C00000"/>
              </a:solidFill>
            </a:endParaRPr>
          </a:p>
          <a:p>
            <a:endParaRPr lang="en-US" b="1" dirty="0">
              <a:solidFill>
                <a:srgbClr val="C00000"/>
              </a:solidFill>
            </a:endParaRPr>
          </a:p>
          <a:p>
            <a:r>
              <a:rPr lang="en-US" dirty="0"/>
              <a:t>The financial statements must disclose all the relevant and reliable information which they  purport to represent, so that the information may be useful for the user and the can make a correct assessment about the financial performance and position of the enterprise. </a:t>
            </a:r>
          </a:p>
          <a:p>
            <a:endParaRPr lang="en-US" dirty="0"/>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31</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Full Disclosure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999D544-C36F-F877-D507-E4759ACB2F42}"/>
                  </a:ext>
                </a:extLst>
              </p14:cNvPr>
              <p14:cNvContentPartPr/>
              <p14:nvPr/>
            </p14:nvContentPartPr>
            <p14:xfrm>
              <a:off x="1003320" y="2597400"/>
              <a:ext cx="8833320" cy="2019600"/>
            </p14:xfrm>
          </p:contentPart>
        </mc:Choice>
        <mc:Fallback xmlns="">
          <p:pic>
            <p:nvPicPr>
              <p:cNvPr id="7" name="Ink 6">
                <a:extLst>
                  <a:ext uri="{FF2B5EF4-FFF2-40B4-BE49-F238E27FC236}">
                    <a16:creationId xmlns:a16="http://schemas.microsoft.com/office/drawing/2014/main" id="{8999D544-C36F-F877-D507-E4759ACB2F42}"/>
                  </a:ext>
                </a:extLst>
              </p:cNvPr>
              <p:cNvPicPr/>
              <p:nvPr/>
            </p:nvPicPr>
            <p:blipFill>
              <a:blip r:embed="rId3"/>
              <a:stretch>
                <a:fillRect/>
              </a:stretch>
            </p:blipFill>
            <p:spPr>
              <a:xfrm>
                <a:off x="993960" y="2588040"/>
                <a:ext cx="8852040" cy="2038320"/>
              </a:xfrm>
              <a:prstGeom prst="rect">
                <a:avLst/>
              </a:prstGeom>
            </p:spPr>
          </p:pic>
        </mc:Fallback>
      </mc:AlternateContent>
    </p:spTree>
    <p:extLst>
      <p:ext uri="{BB962C8B-B14F-4D97-AF65-F5344CB8AC3E}">
        <p14:creationId xmlns:p14="http://schemas.microsoft.com/office/powerpoint/2010/main" val="34443179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8432800" cy="2962387"/>
          </a:xfrm>
        </p:spPr>
        <p:txBody>
          <a:bodyPr>
            <a:normAutofit/>
          </a:bodyPr>
          <a:lstStyle/>
          <a:p>
            <a:endParaRPr lang="en-US" b="1" dirty="0">
              <a:solidFill>
                <a:srgbClr val="C00000"/>
              </a:solidFill>
            </a:endParaRPr>
          </a:p>
          <a:p>
            <a:endParaRPr lang="en-US" b="1" dirty="0">
              <a:solidFill>
                <a:srgbClr val="C00000"/>
              </a:solidFill>
            </a:endParaRPr>
          </a:p>
          <a:p>
            <a:r>
              <a:rPr lang="en-US" dirty="0"/>
              <a:t>H&amp;M</a:t>
            </a:r>
          </a:p>
          <a:p>
            <a:r>
              <a:rPr lang="en-US" dirty="0"/>
              <a:t>Satyam ,</a:t>
            </a:r>
          </a:p>
          <a:p>
            <a:r>
              <a:rPr lang="en-US" dirty="0"/>
              <a:t>Enron Fraud</a:t>
            </a:r>
          </a:p>
          <a:p>
            <a:endParaRPr lang="en-US" dirty="0"/>
          </a:p>
          <a:p>
            <a:endParaRPr lang="en-US" dirty="0"/>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32</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Full Disclosure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Tree>
    <p:extLst>
      <p:ext uri="{BB962C8B-B14F-4D97-AF65-F5344CB8AC3E}">
        <p14:creationId xmlns:p14="http://schemas.microsoft.com/office/powerpoint/2010/main" val="103518037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1516976" cy="3346435"/>
          </a:xfrm>
        </p:spPr>
        <p:txBody>
          <a:bodyPr>
            <a:normAutofit/>
          </a:bodyPr>
          <a:lstStyle/>
          <a:p>
            <a:pPr marL="514350" indent="-514350">
              <a:lnSpc>
                <a:spcPct val="80000"/>
              </a:lnSpc>
              <a:buFont typeface="+mj-lt"/>
              <a:buAutoNum type="arabicParenR"/>
              <a:defRPr/>
            </a:pPr>
            <a:endParaRPr lang="en-US" dirty="0"/>
          </a:p>
          <a:p>
            <a:pPr marL="0" indent="0">
              <a:lnSpc>
                <a:spcPct val="80000"/>
              </a:lnSpc>
              <a:defRPr/>
            </a:pPr>
            <a:r>
              <a:rPr lang="en-US" dirty="0"/>
              <a:t>It is assumed that accounting policies are consistent from one period to another. Whatever accounting practices are selected for a given category of transactions, they should be followed on a  horizontal basis from one accounting period to another to achieve comparability.</a:t>
            </a:r>
          </a:p>
          <a:p>
            <a:pPr marL="514350" indent="-514350">
              <a:lnSpc>
                <a:spcPct val="80000"/>
              </a:lnSpc>
              <a:buFont typeface="+mj-lt"/>
              <a:buAutoNum type="arabicParenR"/>
              <a:defRPr/>
            </a:pPr>
            <a:endParaRPr lang="en-US" dirty="0"/>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33</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Consistency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603DC379-F0A6-7B38-C17B-A3EB49F95034}"/>
                  </a:ext>
                </a:extLst>
              </p14:cNvPr>
              <p14:cNvContentPartPr/>
              <p14:nvPr/>
            </p14:nvContentPartPr>
            <p14:xfrm>
              <a:off x="3740040" y="3098880"/>
              <a:ext cx="8026920" cy="2673720"/>
            </p14:xfrm>
          </p:contentPart>
        </mc:Choice>
        <mc:Fallback xmlns="">
          <p:pic>
            <p:nvPicPr>
              <p:cNvPr id="7" name="Ink 6">
                <a:extLst>
                  <a:ext uri="{FF2B5EF4-FFF2-40B4-BE49-F238E27FC236}">
                    <a16:creationId xmlns:a16="http://schemas.microsoft.com/office/drawing/2014/main" id="{603DC379-F0A6-7B38-C17B-A3EB49F95034}"/>
                  </a:ext>
                </a:extLst>
              </p:cNvPr>
              <p:cNvPicPr/>
              <p:nvPr/>
            </p:nvPicPr>
            <p:blipFill>
              <a:blip r:embed="rId3"/>
              <a:stretch>
                <a:fillRect/>
              </a:stretch>
            </p:blipFill>
            <p:spPr>
              <a:xfrm>
                <a:off x="3730680" y="3089520"/>
                <a:ext cx="8045640" cy="2692440"/>
              </a:xfrm>
              <a:prstGeom prst="rect">
                <a:avLst/>
              </a:prstGeom>
            </p:spPr>
          </p:pic>
        </mc:Fallback>
      </mc:AlternateContent>
    </p:spTree>
    <p:extLst>
      <p:ext uri="{BB962C8B-B14F-4D97-AF65-F5344CB8AC3E}">
        <p14:creationId xmlns:p14="http://schemas.microsoft.com/office/powerpoint/2010/main" val="35433805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1050632" cy="2806939"/>
          </a:xfrm>
        </p:spPr>
        <p:txBody>
          <a:bodyPr>
            <a:normAutofit/>
          </a:bodyPr>
          <a:lstStyle/>
          <a:p>
            <a:pPr marL="514350" indent="-514350">
              <a:lnSpc>
                <a:spcPct val="80000"/>
              </a:lnSpc>
              <a:buFont typeface="+mj-lt"/>
              <a:buAutoNum type="arabicParenR"/>
              <a:defRPr/>
            </a:pPr>
            <a:endParaRPr lang="en-US" dirty="0"/>
          </a:p>
          <a:p>
            <a:pPr marL="457200" indent="-457200">
              <a:lnSpc>
                <a:spcPct val="80000"/>
              </a:lnSpc>
              <a:buFont typeface="Arial" panose="020B0604020202020204" pitchFamily="34" charset="0"/>
              <a:buChar char="•"/>
              <a:defRPr/>
            </a:pPr>
            <a:r>
              <a:rPr lang="en-US" dirty="0"/>
              <a:t>If the inventory is valued on LIFO basis, this basis should be followed year after year.  </a:t>
            </a:r>
          </a:p>
          <a:p>
            <a:pPr marL="457200" indent="-457200">
              <a:lnSpc>
                <a:spcPct val="80000"/>
              </a:lnSpc>
              <a:buFont typeface="Arial" panose="020B0604020202020204" pitchFamily="34" charset="0"/>
              <a:buChar char="•"/>
              <a:defRPr/>
            </a:pPr>
            <a:r>
              <a:rPr lang="en-US" dirty="0"/>
              <a:t>If a particular asset is depreciated according to WDV method, this method should be  followed year after year. </a:t>
            </a:r>
          </a:p>
          <a:p>
            <a:pPr>
              <a:lnSpc>
                <a:spcPct val="80000"/>
              </a:lnSpc>
              <a:buFont typeface="Arial" panose="020B0604020202020204" pitchFamily="34" charset="0"/>
              <a:buChar char="•"/>
              <a:defRPr/>
            </a:pPr>
            <a:endParaRPr lang="en-US" dirty="0"/>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34</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Consistency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Tree>
    <p:extLst>
      <p:ext uri="{BB962C8B-B14F-4D97-AF65-F5344CB8AC3E}">
        <p14:creationId xmlns:p14="http://schemas.microsoft.com/office/powerpoint/2010/main" val="32650609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507384" y="3081797"/>
            <a:ext cx="8432800" cy="1143000"/>
          </a:xfrm>
        </p:spPr>
        <p:txBody>
          <a:bodyPr>
            <a:normAutofit fontScale="92500" lnSpcReduction="20000"/>
          </a:bodyPr>
          <a:lstStyle/>
          <a:p>
            <a:pPr marL="457200" indent="-457200">
              <a:lnSpc>
                <a:spcPct val="80000"/>
              </a:lnSpc>
              <a:buFont typeface="Arial" panose="020B0604020202020204" pitchFamily="34" charset="0"/>
              <a:buChar char="•"/>
              <a:defRPr/>
            </a:pPr>
            <a:r>
              <a:rPr lang="en-US" dirty="0"/>
              <a:t>If a particular asset is depreciated according to WDV method, this method should be  followed year after year. </a:t>
            </a:r>
          </a:p>
          <a:p>
            <a:pPr>
              <a:lnSpc>
                <a:spcPct val="80000"/>
              </a:lnSpc>
              <a:buFont typeface="Arial" panose="020B0604020202020204" pitchFamily="34" charset="0"/>
              <a:buChar char="•"/>
              <a:defRPr/>
            </a:pPr>
            <a:endParaRPr lang="en-US" dirty="0"/>
          </a:p>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35</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Consistency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Tree>
    <p:extLst>
      <p:ext uri="{BB962C8B-B14F-4D97-AF65-F5344CB8AC3E}">
        <p14:creationId xmlns:p14="http://schemas.microsoft.com/office/powerpoint/2010/main" val="14435712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36</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Materiality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2198788" y="1528474"/>
            <a:ext cx="7859612" cy="4062651"/>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All relatively relevant items, the knowledge of which  might influence the decision of the user of the financial statements, should be disclosed  in the financial statements.  </a:t>
            </a: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Which information is more relevant than other is largely a matter of judgement.</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Materiality depends upon the amount of item ,the size of  business, level and nature of information.</a:t>
            </a:r>
          </a:p>
          <a:p>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40671CD8-CC22-BDF8-53AB-A992A6DB7CF3}"/>
                  </a:ext>
                </a:extLst>
              </p14:cNvPr>
              <p14:cNvContentPartPr/>
              <p14:nvPr/>
            </p14:nvContentPartPr>
            <p14:xfrm>
              <a:off x="3238560" y="4838760"/>
              <a:ext cx="6788520" cy="1746720"/>
            </p14:xfrm>
          </p:contentPart>
        </mc:Choice>
        <mc:Fallback xmlns="">
          <p:pic>
            <p:nvPicPr>
              <p:cNvPr id="8" name="Ink 7">
                <a:extLst>
                  <a:ext uri="{FF2B5EF4-FFF2-40B4-BE49-F238E27FC236}">
                    <a16:creationId xmlns:a16="http://schemas.microsoft.com/office/drawing/2014/main" id="{40671CD8-CC22-BDF8-53AB-A992A6DB7CF3}"/>
                  </a:ext>
                </a:extLst>
              </p:cNvPr>
              <p:cNvPicPr/>
              <p:nvPr/>
            </p:nvPicPr>
            <p:blipFill>
              <a:blip r:embed="rId3"/>
              <a:stretch>
                <a:fillRect/>
              </a:stretch>
            </p:blipFill>
            <p:spPr>
              <a:xfrm>
                <a:off x="3229200" y="4829400"/>
                <a:ext cx="6807240" cy="1765440"/>
              </a:xfrm>
              <a:prstGeom prst="rect">
                <a:avLst/>
              </a:prstGeom>
            </p:spPr>
          </p:pic>
        </mc:Fallback>
      </mc:AlternateContent>
    </p:spTree>
    <p:extLst>
      <p:ext uri="{BB962C8B-B14F-4D97-AF65-F5344CB8AC3E}">
        <p14:creationId xmlns:p14="http://schemas.microsoft.com/office/powerpoint/2010/main" val="418860148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p:txBody>
          <a:bodyPr>
            <a:normAutofit/>
          </a:bodyPr>
          <a:lstStyle/>
          <a:p>
            <a:endParaRPr lang="en-US" b="1" dirty="0">
              <a:solidFill>
                <a:srgbClr val="C00000"/>
              </a:solidFill>
            </a:endParaRP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fld id="{BC8D7E44-7D4F-4942-A8C9-2DF6BF8399E8}" type="slidenum">
              <a:rPr lang="en-US" smtClean="0"/>
              <a:pPr/>
              <a:t>37</a:t>
            </a:fld>
            <a:endParaRPr lang="en-US"/>
          </a:p>
        </p:txBody>
      </p:sp>
      <p:sp>
        <p:nvSpPr>
          <p:cNvPr id="3" name="Content Placeholder 2"/>
          <p:cNvSpPr>
            <a:spLocks noGrp="1"/>
          </p:cNvSpPr>
          <p:nvPr>
            <p:ph sz="quarter" idx="4294967295"/>
          </p:nvPr>
        </p:nvSpPr>
        <p:spPr>
          <a:xfrm>
            <a:off x="0" y="152400"/>
            <a:ext cx="8432800" cy="1143000"/>
          </a:xfrm>
        </p:spPr>
        <p:txBody>
          <a:bodyPr/>
          <a:lstStyle/>
          <a:p>
            <a:pPr indent="0" algn="ctr">
              <a:lnSpc>
                <a:spcPct val="80000"/>
              </a:lnSpc>
              <a:defRPr/>
            </a:pPr>
            <a:r>
              <a:rPr lang="en-US" dirty="0">
                <a:solidFill>
                  <a:srgbClr val="C00000"/>
                </a:solidFill>
              </a:rPr>
              <a:t>Materiality Concept</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lvl="0">
              <a:defRPr/>
            </a:pPr>
            <a:r>
              <a:rPr lang="en-US" dirty="0">
                <a:solidFill>
                  <a:prstClr val="black">
                    <a:tint val="75000"/>
                  </a:prstClr>
                </a:solidFill>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lvl="0">
              <a:defRPr/>
            </a:pPr>
            <a:r>
              <a:rPr lang="en-US" dirty="0">
                <a:solidFill>
                  <a:prstClr val="black">
                    <a:tint val="75000"/>
                  </a:prstClr>
                </a:solidFill>
              </a:rPr>
              <a:t>Financial and </a:t>
            </a:r>
            <a:r>
              <a:rPr lang="en-US" dirty="0" err="1">
                <a:solidFill>
                  <a:prstClr val="black">
                    <a:tint val="75000"/>
                  </a:prstClr>
                </a:solidFill>
              </a:rPr>
              <a:t>Mgmt</a:t>
            </a:r>
            <a:r>
              <a:rPr lang="en-US" dirty="0">
                <a:solidFill>
                  <a:prstClr val="black">
                    <a:tint val="75000"/>
                  </a:prstClr>
                </a:solidFill>
              </a:rPr>
              <a:t> </a:t>
            </a:r>
            <a:r>
              <a:rPr lang="en-US" dirty="0" err="1">
                <a:solidFill>
                  <a:prstClr val="black">
                    <a:tint val="75000"/>
                  </a:prstClr>
                </a:solidFill>
              </a:rPr>
              <a:t>Accounting:Uma</a:t>
            </a:r>
            <a:r>
              <a:rPr lang="en-US" dirty="0">
                <a:solidFill>
                  <a:prstClr val="black">
                    <a:tint val="75000"/>
                  </a:prstClr>
                </a:solidFill>
              </a:rPr>
              <a:t> </a:t>
            </a:r>
            <a:r>
              <a:rPr lang="en-US" dirty="0" err="1">
                <a:solidFill>
                  <a:prstClr val="black">
                    <a:tint val="75000"/>
                  </a:prstClr>
                </a:solidFill>
              </a:rPr>
              <a:t>Nagarajan</a:t>
            </a:r>
            <a:endParaRPr lang="en-US" dirty="0">
              <a:solidFill>
                <a:prstClr val="black">
                  <a:tint val="75000"/>
                </a:prstClr>
              </a:solidFill>
            </a:endParaRPr>
          </a:p>
        </p:txBody>
      </p:sp>
      <p:sp>
        <p:nvSpPr>
          <p:cNvPr id="7" name="Rectangle 6"/>
          <p:cNvSpPr/>
          <p:nvPr/>
        </p:nvSpPr>
        <p:spPr>
          <a:xfrm>
            <a:off x="2046388" y="2464157"/>
            <a:ext cx="7859612" cy="3693319"/>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This Principle is basically an exception to the Full Disclosure Principle.  </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full disclosure principle requires that all facts necessary to ensure that the financial  statements are not misleading, must be disclosed, whereas the materiality principle  requires that the items or events having an insignificant economic effect or not being  relevant to the user's need not be disclosed. </a:t>
            </a:r>
          </a:p>
          <a:p>
            <a:endParaRPr lang="en-US" dirty="0"/>
          </a:p>
        </p:txBody>
      </p:sp>
    </p:spTree>
    <p:extLst>
      <p:ext uri="{BB962C8B-B14F-4D97-AF65-F5344CB8AC3E}">
        <p14:creationId xmlns:p14="http://schemas.microsoft.com/office/powerpoint/2010/main" val="19226601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1361528" cy="3319003"/>
          </a:xfrm>
        </p:spPr>
        <p:txBody>
          <a:bodyPr>
            <a:normAutofit fontScale="92500" lnSpcReduction="20000"/>
          </a:bodyPr>
          <a:lstStyle/>
          <a:p>
            <a:pPr marL="0" indent="0">
              <a:lnSpc>
                <a:spcPct val="80000"/>
              </a:lnSpc>
              <a:defRPr/>
            </a:pPr>
            <a:r>
              <a:rPr lang="en-US" dirty="0"/>
              <a:t>X, owns a personal residence that cost `6,00,000, but has a market value of `9,00,000. During  preparation of the financial statement for the his business(X ltd) , the entire value of property was ignored  and was not shown in the financial statements. Which of the accounting concept was followed  by him?  </a:t>
            </a:r>
          </a:p>
          <a:p>
            <a:pPr marL="514350" indent="-514350">
              <a:lnSpc>
                <a:spcPct val="80000"/>
              </a:lnSpc>
              <a:buFont typeface="+mj-lt"/>
              <a:buAutoNum type="arabicParenR"/>
              <a:defRPr/>
            </a:pPr>
            <a:endParaRPr lang="en-US" dirty="0"/>
          </a:p>
          <a:p>
            <a:pPr marL="0" indent="0">
              <a:lnSpc>
                <a:spcPct val="80000"/>
              </a:lnSpc>
              <a:defRPr/>
            </a:pPr>
            <a:r>
              <a:rPr lang="en-US" b="1" dirty="0"/>
              <a:t>SOLUTION </a:t>
            </a:r>
          </a:p>
          <a:p>
            <a:pPr marL="0" indent="0">
              <a:lnSpc>
                <a:spcPct val="80000"/>
              </a:lnSpc>
              <a:defRPr/>
            </a:pPr>
            <a:endParaRPr lang="en-US" dirty="0"/>
          </a:p>
          <a:p>
            <a:pPr marL="0" indent="0">
              <a:lnSpc>
                <a:spcPct val="80000"/>
              </a:lnSpc>
              <a:defRPr/>
            </a:pPr>
            <a:r>
              <a:rPr lang="en-US" b="1" dirty="0">
                <a:solidFill>
                  <a:srgbClr val="C00000"/>
                </a:solidFill>
              </a:rPr>
              <a:t>Business Entity concept</a:t>
            </a:r>
          </a:p>
          <a:p>
            <a:endParaRPr lang="en-US" b="1" dirty="0">
              <a:solidFill>
                <a:srgbClr val="C00000"/>
              </a:solidFill>
            </a:endParaRPr>
          </a:p>
          <a:p>
            <a:endParaRPr lang="en-US" dirty="0"/>
          </a:p>
          <a:p>
            <a:endParaRPr lang="en-US" dirty="0"/>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38</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Accounting Concepts-Example</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36846143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0364832" cy="3355579"/>
          </a:xfrm>
        </p:spPr>
        <p:txBody>
          <a:bodyPr>
            <a:normAutofit fontScale="70000" lnSpcReduction="20000"/>
          </a:bodyPr>
          <a:lstStyle/>
          <a:p>
            <a:pPr marL="0" indent="0">
              <a:lnSpc>
                <a:spcPct val="80000"/>
              </a:lnSpc>
              <a:defRPr/>
            </a:pPr>
            <a:r>
              <a:rPr lang="en-US" b="1" dirty="0"/>
              <a:t>State the name of  the relevant accounting assumption or principle applied</a:t>
            </a:r>
          </a:p>
          <a:p>
            <a:pPr>
              <a:lnSpc>
                <a:spcPct val="80000"/>
              </a:lnSpc>
              <a:buFont typeface="Arial" panose="020B0604020202020204" pitchFamily="34" charset="0"/>
              <a:buChar char="•"/>
              <a:defRPr/>
            </a:pPr>
            <a:endParaRPr lang="en-US" b="1" dirty="0"/>
          </a:p>
          <a:p>
            <a:pPr marL="457200" indent="-457200">
              <a:lnSpc>
                <a:spcPct val="80000"/>
              </a:lnSpc>
              <a:buFont typeface="Arial" panose="020B0604020202020204" pitchFamily="34" charset="0"/>
              <a:buChar char="•"/>
              <a:defRPr/>
            </a:pPr>
            <a:r>
              <a:rPr lang="en-US" dirty="0"/>
              <a:t>Appending notes to the financial statements. </a:t>
            </a:r>
          </a:p>
          <a:p>
            <a:pPr marL="0" indent="0">
              <a:lnSpc>
                <a:spcPct val="80000"/>
              </a:lnSpc>
              <a:defRPr/>
            </a:pPr>
            <a:r>
              <a:rPr lang="en-US" b="1" dirty="0"/>
              <a:t>     Full Disclosure Concept</a:t>
            </a:r>
          </a:p>
          <a:p>
            <a:pPr marL="0" indent="0">
              <a:lnSpc>
                <a:spcPct val="80000"/>
              </a:lnSpc>
              <a:defRPr/>
            </a:pPr>
            <a:endParaRPr lang="en-US" b="1" dirty="0"/>
          </a:p>
          <a:p>
            <a:pPr marL="457200" indent="-457200">
              <a:lnSpc>
                <a:spcPct val="80000"/>
              </a:lnSpc>
              <a:buFont typeface="Arial" panose="020B0604020202020204" pitchFamily="34" charset="0"/>
              <a:buChar char="•"/>
              <a:defRPr/>
            </a:pPr>
            <a:r>
              <a:rPr lang="en-US" dirty="0"/>
              <a:t>Accounting of a small calculator as an expense and not as an asset. </a:t>
            </a:r>
          </a:p>
          <a:p>
            <a:pPr marL="0" indent="0">
              <a:lnSpc>
                <a:spcPct val="80000"/>
              </a:lnSpc>
              <a:defRPr/>
            </a:pPr>
            <a:r>
              <a:rPr lang="en-US" dirty="0"/>
              <a:t>     </a:t>
            </a:r>
            <a:r>
              <a:rPr lang="en-US" b="1" dirty="0"/>
              <a:t>Materiality Concept</a:t>
            </a:r>
          </a:p>
          <a:p>
            <a:pPr marL="0" indent="0">
              <a:lnSpc>
                <a:spcPct val="80000"/>
              </a:lnSpc>
              <a:defRPr/>
            </a:pPr>
            <a:endParaRPr lang="en-US" b="1" dirty="0"/>
          </a:p>
          <a:p>
            <a:pPr marL="457200" indent="-457200">
              <a:lnSpc>
                <a:spcPct val="80000"/>
              </a:lnSpc>
              <a:buFont typeface="Arial" panose="020B0604020202020204" pitchFamily="34" charset="0"/>
              <a:buChar char="•"/>
              <a:defRPr/>
            </a:pPr>
            <a:r>
              <a:rPr lang="en-US" dirty="0"/>
              <a:t>Following the WDV method of depreciating a particular asset year after year.  </a:t>
            </a:r>
          </a:p>
          <a:p>
            <a:pPr marL="0" indent="0">
              <a:lnSpc>
                <a:spcPct val="80000"/>
              </a:lnSpc>
              <a:defRPr/>
            </a:pPr>
            <a:r>
              <a:rPr lang="en-US" dirty="0"/>
              <a:t>     </a:t>
            </a:r>
            <a:r>
              <a:rPr lang="en-US" b="1" dirty="0"/>
              <a:t>Consistency Concept</a:t>
            </a:r>
          </a:p>
          <a:p>
            <a:pPr marL="0" indent="0">
              <a:lnSpc>
                <a:spcPct val="80000"/>
              </a:lnSpc>
              <a:defRPr/>
            </a:pPr>
            <a:endParaRPr lang="en-US" b="1" dirty="0"/>
          </a:p>
          <a:p>
            <a:pPr marL="457200" indent="-457200">
              <a:lnSpc>
                <a:spcPct val="80000"/>
              </a:lnSpc>
              <a:buFont typeface="Arial" panose="020B0604020202020204" pitchFamily="34" charset="0"/>
              <a:buChar char="•"/>
              <a:defRPr/>
            </a:pPr>
            <a:r>
              <a:rPr lang="en-US" dirty="0"/>
              <a:t>Valuation of stock at lower of cost or net </a:t>
            </a:r>
            <a:r>
              <a:rPr lang="en-US" dirty="0" err="1"/>
              <a:t>realisable</a:t>
            </a:r>
            <a:r>
              <a:rPr lang="en-US" dirty="0"/>
              <a:t> value. </a:t>
            </a:r>
          </a:p>
          <a:p>
            <a:pPr marL="0" indent="0">
              <a:lnSpc>
                <a:spcPct val="80000"/>
              </a:lnSpc>
              <a:defRPr/>
            </a:pPr>
            <a:r>
              <a:rPr lang="en-US"/>
              <a:t>     </a:t>
            </a:r>
            <a:r>
              <a:rPr lang="en-US" b="1"/>
              <a:t>Co</a:t>
            </a:r>
            <a:r>
              <a:rPr lang="en-US"/>
              <a:t>st </a:t>
            </a:r>
            <a:r>
              <a:rPr lang="en-US" b="1"/>
              <a:t>Concept</a:t>
            </a:r>
            <a:endParaRPr lang="en-US" b="1" dirty="0"/>
          </a:p>
          <a:p>
            <a:endParaRPr lang="en-US" dirty="0"/>
          </a:p>
          <a:p>
            <a:endParaRPr lang="en-US" dirty="0"/>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39</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Accounting Concepts-Example</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22553361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
          </p:nvPr>
        </p:nvSpPr>
        <p:spPr>
          <a:xfrm>
            <a:off x="361080" y="1902220"/>
            <a:ext cx="10245960" cy="3264139"/>
          </a:xfrm>
        </p:spPr>
        <p:txBody>
          <a:bodyPr>
            <a:normAutofit fontScale="62500" lnSpcReduction="20000"/>
          </a:bodyPr>
          <a:lstStyle/>
          <a:p>
            <a:pPr marL="0" indent="0">
              <a:lnSpc>
                <a:spcPct val="80000"/>
              </a:lnSpc>
              <a:defRPr/>
            </a:pPr>
            <a:r>
              <a:rPr lang="en-US" b="1" dirty="0"/>
              <a:t>State the name of  the relevant accounting assumption or principle applied</a:t>
            </a:r>
          </a:p>
          <a:p>
            <a:pPr marL="0" indent="0">
              <a:lnSpc>
                <a:spcPct val="80000"/>
              </a:lnSpc>
              <a:defRPr/>
            </a:pPr>
            <a:endParaRPr lang="en-US" b="1" dirty="0"/>
          </a:p>
          <a:p>
            <a:pPr marL="457200" indent="-457200">
              <a:lnSpc>
                <a:spcPct val="80000"/>
              </a:lnSpc>
              <a:buFont typeface="Arial" panose="020B0604020202020204" pitchFamily="34" charset="0"/>
              <a:buChar char="•"/>
              <a:defRPr/>
            </a:pPr>
            <a:r>
              <a:rPr lang="en-US" dirty="0"/>
              <a:t>Making provision for bad and doubtful debts.</a:t>
            </a:r>
          </a:p>
          <a:p>
            <a:pPr marL="0" indent="0">
              <a:lnSpc>
                <a:spcPct val="80000"/>
              </a:lnSpc>
              <a:defRPr/>
            </a:pPr>
            <a:r>
              <a:rPr lang="en-US" dirty="0"/>
              <a:t>     </a:t>
            </a:r>
            <a:r>
              <a:rPr lang="en-US" b="1" dirty="0"/>
              <a:t>Conservatism Concept</a:t>
            </a:r>
          </a:p>
          <a:p>
            <a:pPr marL="0" indent="0">
              <a:lnSpc>
                <a:spcPct val="80000"/>
              </a:lnSpc>
              <a:defRPr/>
            </a:pPr>
            <a:endParaRPr lang="en-US" b="1" dirty="0"/>
          </a:p>
          <a:p>
            <a:pPr marL="457200" indent="-457200">
              <a:lnSpc>
                <a:spcPct val="80000"/>
              </a:lnSpc>
              <a:buFont typeface="Arial" panose="020B0604020202020204" pitchFamily="34" charset="0"/>
              <a:buChar char="•"/>
              <a:defRPr/>
            </a:pPr>
            <a:r>
              <a:rPr lang="en-US" dirty="0"/>
              <a:t>In gold mining, revenue is </a:t>
            </a:r>
            <a:r>
              <a:rPr lang="en-US" dirty="0" err="1"/>
              <a:t>recognised</a:t>
            </a:r>
            <a:r>
              <a:rPr lang="en-US" dirty="0"/>
              <a:t> in the accounting period in which the gold is mined. </a:t>
            </a:r>
          </a:p>
          <a:p>
            <a:pPr marL="0" indent="0">
              <a:lnSpc>
                <a:spcPct val="80000"/>
              </a:lnSpc>
              <a:defRPr/>
            </a:pPr>
            <a:r>
              <a:rPr lang="en-US" dirty="0"/>
              <a:t>      </a:t>
            </a:r>
            <a:r>
              <a:rPr lang="en-US" b="1" dirty="0"/>
              <a:t>Realization Concept</a:t>
            </a:r>
          </a:p>
          <a:p>
            <a:pPr marL="0" indent="0">
              <a:lnSpc>
                <a:spcPct val="80000"/>
              </a:lnSpc>
              <a:defRPr/>
            </a:pPr>
            <a:endParaRPr lang="en-US" b="1" dirty="0"/>
          </a:p>
          <a:p>
            <a:pPr marL="457200" indent="-457200">
              <a:lnSpc>
                <a:spcPct val="80000"/>
              </a:lnSpc>
              <a:buFont typeface="Arial" panose="020B0604020202020204" pitchFamily="34" charset="0"/>
              <a:buChar char="•"/>
              <a:defRPr/>
            </a:pPr>
            <a:r>
              <a:rPr lang="en-US" dirty="0"/>
              <a:t>Classification of assets as current assets and fixed assets. </a:t>
            </a:r>
          </a:p>
          <a:p>
            <a:pPr marL="0" indent="0">
              <a:lnSpc>
                <a:spcPct val="80000"/>
              </a:lnSpc>
              <a:defRPr/>
            </a:pPr>
            <a:r>
              <a:rPr lang="en-US" dirty="0"/>
              <a:t>      </a:t>
            </a:r>
            <a:r>
              <a:rPr lang="en-US" b="1" dirty="0"/>
              <a:t>Going concern Concept</a:t>
            </a:r>
          </a:p>
          <a:p>
            <a:pPr marL="0" indent="0">
              <a:lnSpc>
                <a:spcPct val="80000"/>
              </a:lnSpc>
              <a:defRPr/>
            </a:pPr>
            <a:endParaRPr lang="en-US" b="1" dirty="0"/>
          </a:p>
          <a:p>
            <a:pPr>
              <a:lnSpc>
                <a:spcPct val="80000"/>
              </a:lnSpc>
              <a:buFont typeface="Arial" panose="020B0604020202020204" pitchFamily="34" charset="0"/>
              <a:buChar char="•"/>
              <a:defRPr/>
            </a:pPr>
            <a:r>
              <a:rPr lang="en-US" dirty="0"/>
              <a:t>Transactions are recorded at their original cost. </a:t>
            </a:r>
          </a:p>
          <a:p>
            <a:pPr marL="0" indent="0">
              <a:lnSpc>
                <a:spcPct val="80000"/>
              </a:lnSpc>
              <a:defRPr/>
            </a:pPr>
            <a:r>
              <a:rPr lang="en-US" dirty="0"/>
              <a:t>      </a:t>
            </a:r>
            <a:r>
              <a:rPr lang="en-US" b="1" dirty="0"/>
              <a:t>Cost Concept</a:t>
            </a:r>
          </a:p>
          <a:p>
            <a:pPr marL="457200" indent="-457200">
              <a:lnSpc>
                <a:spcPct val="80000"/>
              </a:lnSpc>
              <a:buAutoNum type="alphaLcParenBoth"/>
              <a:defRPr/>
            </a:pPr>
            <a:endParaRPr lang="en-US" b="1" dirty="0"/>
          </a:p>
          <a:p>
            <a:pPr marL="0" indent="0">
              <a:lnSpc>
                <a:spcPct val="80000"/>
              </a:lnSpc>
              <a:defRPr/>
            </a:pPr>
            <a:endParaRPr lang="en-US" b="1" dirty="0"/>
          </a:p>
          <a:p>
            <a:endParaRPr lang="en-US" dirty="0"/>
          </a:p>
          <a:p>
            <a:endParaRPr lang="en-US" dirty="0"/>
          </a:p>
        </p:txBody>
      </p:sp>
      <p:sp>
        <p:nvSpPr>
          <p:cNvPr id="6" name="Slide Number Placeholder 5"/>
          <p:cNvSpPr>
            <a:spLocks noGrp="1"/>
          </p:cNvSpPr>
          <p:nvPr>
            <p:ph type="sldNum" sz="quarter" idx="2"/>
          </p:nvPr>
        </p:nvSpPr>
        <p:spPr/>
        <p:txBody>
          <a:bodyPr/>
          <a:lstStyle/>
          <a:p>
            <a:pPr hangingPunct="1">
              <a:defRPr/>
            </a:pPr>
            <a:fld id="{BC8D7E44-7D4F-4942-A8C9-2DF6BF8399E8}" type="slidenum">
              <a:rPr lang="en-US" kern="1200">
                <a:solidFill>
                  <a:prstClr val="black">
                    <a:tint val="75000"/>
                  </a:prstClr>
                </a:solidFill>
                <a:ea typeface="+mn-ea"/>
              </a:rPr>
              <a:pPr hangingPunct="1">
                <a:defRPr/>
              </a:pPr>
              <a:t>40</a:t>
            </a:fld>
            <a:endParaRPr lang="en-US" kern="1200">
              <a:solidFill>
                <a:prstClr val="black">
                  <a:tint val="75000"/>
                </a:prstClr>
              </a:solidFill>
              <a:ea typeface="+mn-ea"/>
            </a:endParaRPr>
          </a:p>
        </p:txBody>
      </p:sp>
      <p:sp>
        <p:nvSpPr>
          <p:cNvPr id="3" name="Content Placeholder 2"/>
          <p:cNvSpPr>
            <a:spLocks noGrp="1"/>
          </p:cNvSpPr>
          <p:nvPr>
            <p:ph sz="quarter" idx="4294967295"/>
          </p:nvPr>
        </p:nvSpPr>
        <p:spPr>
          <a:xfrm>
            <a:off x="0" y="152400"/>
            <a:ext cx="8432800" cy="1143000"/>
          </a:xfrm>
        </p:spPr>
        <p:txBody>
          <a:bodyPr/>
          <a:lstStyle/>
          <a:p>
            <a:pPr algn="ctr"/>
            <a:r>
              <a:rPr lang="en-US" dirty="0">
                <a:solidFill>
                  <a:srgbClr val="C00000"/>
                </a:solidFill>
              </a:rPr>
              <a:t>Accounting Concepts-Example</a:t>
            </a:r>
          </a:p>
        </p:txBody>
      </p:sp>
      <p:sp>
        <p:nvSpPr>
          <p:cNvPr id="4" name="Date Placeholder 3"/>
          <p:cNvSpPr>
            <a:spLocks noGrp="1"/>
          </p:cNvSpPr>
          <p:nvPr>
            <p:ph type="dt" sz="half" idx="4294967295"/>
          </p:nvPr>
        </p:nvSpPr>
        <p:spPr>
          <a:xfrm>
            <a:off x="0" y="6596063"/>
            <a:ext cx="2844800" cy="261937"/>
          </a:xfrm>
          <a:prstGeom prst="rect">
            <a:avLst/>
          </a:prstGeom>
        </p:spPr>
        <p:txBody>
          <a:bodyPr/>
          <a:lstStyle/>
          <a:p>
            <a:pPr hangingPunct="1">
              <a:defRPr/>
            </a:pPr>
            <a:r>
              <a:rPr lang="en-US" kern="1200" dirty="0">
                <a:solidFill>
                  <a:prstClr val="black">
                    <a:tint val="75000"/>
                  </a:prstClr>
                </a:solidFill>
                <a:ea typeface="+mn-ea"/>
              </a:rPr>
              <a:t>13/01/2024</a:t>
            </a:r>
          </a:p>
        </p:txBody>
      </p:sp>
      <p:sp>
        <p:nvSpPr>
          <p:cNvPr id="5" name="Footer Placeholder 4"/>
          <p:cNvSpPr>
            <a:spLocks noGrp="1"/>
          </p:cNvSpPr>
          <p:nvPr>
            <p:ph type="ftr" sz="quarter" idx="4294967295"/>
          </p:nvPr>
        </p:nvSpPr>
        <p:spPr>
          <a:xfrm>
            <a:off x="0" y="6596063"/>
            <a:ext cx="6197600" cy="261937"/>
          </a:xfrm>
          <a:prstGeom prst="rect">
            <a:avLst/>
          </a:prstGeom>
        </p:spPr>
        <p:txBody>
          <a:bodyPr/>
          <a:lstStyle/>
          <a:p>
            <a:pPr hangingPunct="1">
              <a:defRPr/>
            </a:pPr>
            <a:r>
              <a:rPr lang="en-US" kern="1200" dirty="0">
                <a:solidFill>
                  <a:prstClr val="black">
                    <a:tint val="75000"/>
                  </a:prstClr>
                </a:solidFill>
                <a:ea typeface="+mn-ea"/>
              </a:rPr>
              <a:t>Financial and </a:t>
            </a:r>
            <a:r>
              <a:rPr lang="en-US" kern="1200" dirty="0" err="1">
                <a:solidFill>
                  <a:prstClr val="black">
                    <a:tint val="75000"/>
                  </a:prstClr>
                </a:solidFill>
                <a:ea typeface="+mn-ea"/>
              </a:rPr>
              <a:t>Mgmt</a:t>
            </a:r>
            <a:r>
              <a:rPr lang="en-US" kern="1200" dirty="0">
                <a:solidFill>
                  <a:prstClr val="black">
                    <a:tint val="75000"/>
                  </a:prstClr>
                </a:solidFill>
                <a:ea typeface="+mn-ea"/>
              </a:rPr>
              <a:t> </a:t>
            </a:r>
            <a:r>
              <a:rPr lang="en-US" kern="1200" dirty="0" err="1">
                <a:solidFill>
                  <a:prstClr val="black">
                    <a:tint val="75000"/>
                  </a:prstClr>
                </a:solidFill>
                <a:ea typeface="+mn-ea"/>
              </a:rPr>
              <a:t>Accounting:Uma</a:t>
            </a:r>
            <a:r>
              <a:rPr lang="en-US" kern="1200" dirty="0">
                <a:solidFill>
                  <a:prstClr val="black">
                    <a:tint val="75000"/>
                  </a:prstClr>
                </a:solidFill>
                <a:ea typeface="+mn-ea"/>
              </a:rPr>
              <a:t> </a:t>
            </a:r>
            <a:r>
              <a:rPr lang="en-US" kern="1200" dirty="0" err="1">
                <a:solidFill>
                  <a:prstClr val="black">
                    <a:tint val="75000"/>
                  </a:prstClr>
                </a:solidFill>
                <a:ea typeface="+mn-ea"/>
              </a:rPr>
              <a:t>Nagarajan</a:t>
            </a:r>
            <a:endParaRPr lang="en-US" kern="1200" dirty="0">
              <a:solidFill>
                <a:prstClr val="black">
                  <a:tint val="75000"/>
                </a:prstClr>
              </a:solidFill>
              <a:ea typeface="+mn-ea"/>
            </a:endParaRPr>
          </a:p>
        </p:txBody>
      </p:sp>
    </p:spTree>
    <p:extLst>
      <p:ext uri="{BB962C8B-B14F-4D97-AF65-F5344CB8AC3E}">
        <p14:creationId xmlns:p14="http://schemas.microsoft.com/office/powerpoint/2010/main" val="630695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78CA95A-6BEA-587B-F360-BDA11491110A}"/>
              </a:ext>
            </a:extLst>
          </p:cNvPr>
          <p:cNvSpPr>
            <a:spLocks noGrp="1"/>
          </p:cNvSpPr>
          <p:nvPr>
            <p:ph sz="quarter" idx="10"/>
          </p:nvPr>
        </p:nvSpPr>
        <p:spPr/>
        <p:txBody>
          <a:bodyPr/>
          <a:lstStyle/>
          <a:p>
            <a:r>
              <a:rPr lang="en-US" dirty="0"/>
              <a:t>Thank You!</a:t>
            </a:r>
          </a:p>
          <a:p>
            <a:endParaRPr lang="en-US" dirty="0"/>
          </a:p>
          <a:p>
            <a:endParaRPr lang="en-IN" dirty="0"/>
          </a:p>
        </p:txBody>
      </p:sp>
      <p:sp>
        <p:nvSpPr>
          <p:cNvPr id="4" name="Date Placeholder 3">
            <a:extLst>
              <a:ext uri="{FF2B5EF4-FFF2-40B4-BE49-F238E27FC236}">
                <a16:creationId xmlns:a16="http://schemas.microsoft.com/office/drawing/2014/main" id="{427C2B16-709E-E543-4897-B860C0A46EC0}"/>
              </a:ext>
            </a:extLst>
          </p:cNvPr>
          <p:cNvSpPr>
            <a:spLocks noGrp="1"/>
          </p:cNvSpPr>
          <p:nvPr>
            <p:ph type="dt" sz="half" idx="4294967295"/>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30/12/2017</a:t>
            </a:r>
            <a:endParaRPr lang="en-US" dirty="0"/>
          </a:p>
        </p:txBody>
      </p:sp>
      <p:sp>
        <p:nvSpPr>
          <p:cNvPr id="6" name="Slide Number Placeholder 5">
            <a:extLst>
              <a:ext uri="{FF2B5EF4-FFF2-40B4-BE49-F238E27FC236}">
                <a16:creationId xmlns:a16="http://schemas.microsoft.com/office/drawing/2014/main" id="{A157D059-01EA-3629-E221-2A19F2B9BEAE}"/>
              </a:ext>
            </a:extLst>
          </p:cNvPr>
          <p:cNvSpPr>
            <a:spLocks noGrp="1"/>
          </p:cNvSpPr>
          <p:nvPr>
            <p:ph type="sldNum" sz="quarter" idx="4294967295"/>
          </p:nvPr>
        </p:nvSpPr>
        <p:spPr>
          <a:xfrm>
            <a:off x="10405751" y="6588533"/>
            <a:ext cx="262249" cy="276999"/>
          </a:xfrm>
        </p:spPr>
        <p:txBody>
          <a:bodyPr/>
          <a:lstStyle/>
          <a:p>
            <a:fld id="{BC8D7E44-7D4F-4942-A8C9-2DF6BF8399E8}" type="slidenum">
              <a:rPr lang="en-US" smtClean="0"/>
              <a:pPr/>
              <a:t>41</a:t>
            </a:fld>
            <a:endParaRPr lang="en-US"/>
          </a:p>
        </p:txBody>
      </p:sp>
    </p:spTree>
    <p:extLst>
      <p:ext uri="{BB962C8B-B14F-4D97-AF65-F5344CB8AC3E}">
        <p14:creationId xmlns:p14="http://schemas.microsoft.com/office/powerpoint/2010/main" val="1728035156"/>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28" ma:contentTypeDescription="Create a new document." ma:contentTypeScope="" ma:versionID="a5aa760e343a9956f9ca206eb01cf7b6">
  <xsd:schema xmlns:xsd="http://www.w3.org/2001/XMLSchema" xmlns:xs="http://www.w3.org/2001/XMLSchema" xmlns:p="http://schemas.microsoft.com/office/2006/metadata/properties" xmlns:ns2="15d03a25-cda5-4943-9684-7d18d97bb3bc" targetNamespace="http://schemas.microsoft.com/office/2006/metadata/properties" ma:root="true" ma:fieldsID="8bdecef4e83725afebd3b91c65c07523" ns2:_="">
    <xsd:import namespace="15d03a25-cda5-4943-9684-7d18d97bb3b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22BF9A2C-EF98-48EA-8DC1-7130E3CBDFCD}"/>
</file>

<file path=customXml/itemProps2.xml><?xml version="1.0" encoding="utf-8"?>
<ds:datastoreItem xmlns:ds="http://schemas.openxmlformats.org/officeDocument/2006/customXml" ds:itemID="{5B864C11-F867-42F5-91DA-8FEA597EFC90}"/>
</file>

<file path=customXml/itemProps3.xml><?xml version="1.0" encoding="utf-8"?>
<ds:datastoreItem xmlns:ds="http://schemas.openxmlformats.org/officeDocument/2006/customXml" ds:itemID="{0F978F35-9991-4A42-ADCF-E6007E06EF2D}"/>
</file>

<file path=docProps/app.xml><?xml version="1.0" encoding="utf-8"?>
<Properties xmlns="http://schemas.openxmlformats.org/officeDocument/2006/extended-properties" xmlns:vt="http://schemas.openxmlformats.org/officeDocument/2006/docPropsVTypes">
  <TotalTime>155</TotalTime>
  <Words>4430</Words>
  <Application>Microsoft Office PowerPoint</Application>
  <PresentationFormat>Widescreen</PresentationFormat>
  <Paragraphs>602</Paragraphs>
  <Slides>41</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Wingdings</vt:lpstr>
      <vt:lpstr>Office Theme</vt:lpstr>
      <vt:lpstr>Financial and Management Accounting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Ankita Nagpal</cp:lastModifiedBy>
  <cp:revision>17</cp:revision>
  <dcterms:modified xsi:type="dcterms:W3CDTF">2026-05-02T09:47:35Z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